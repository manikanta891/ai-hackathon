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4" r:id="rId1"/>
    <p:sldMasterId id="2147483675" r:id="rId2"/>
  </p:sldMasterIdLst>
  <p:notesMasterIdLst>
    <p:notesMasterId r:id="rId43"/>
  </p:notesMasterIdLst>
  <p:sldIdLst>
    <p:sldId id="256" r:id="rId3"/>
    <p:sldId id="259" r:id="rId4"/>
    <p:sldId id="257" r:id="rId5"/>
    <p:sldId id="258" r:id="rId6"/>
    <p:sldId id="260" r:id="rId7"/>
    <p:sldId id="261" r:id="rId8"/>
    <p:sldId id="262" r:id="rId9"/>
    <p:sldId id="263" r:id="rId10"/>
    <p:sldId id="264" r:id="rId11"/>
    <p:sldId id="266" r:id="rId12"/>
    <p:sldId id="275" r:id="rId13"/>
    <p:sldId id="265" r:id="rId14"/>
    <p:sldId id="267" r:id="rId15"/>
    <p:sldId id="268" r:id="rId16"/>
    <p:sldId id="269" r:id="rId17"/>
    <p:sldId id="270" r:id="rId18"/>
    <p:sldId id="271" r:id="rId19"/>
    <p:sldId id="272" r:id="rId20"/>
    <p:sldId id="273" r:id="rId21"/>
    <p:sldId id="274"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Lst>
  <p:sldSz cx="9144000" cy="5143500" type="screen16x9"/>
  <p:notesSz cx="6858000" cy="9144000"/>
  <p:embeddedFontLst>
    <p:embeddedFont>
      <p:font typeface="Aldrich" panose="020B0604020202020204" charset="0"/>
      <p:regular r:id="rId44"/>
    </p:embeddedFont>
    <p:embeddedFont>
      <p:font typeface="Amatic SC" panose="00000500000000000000" pitchFamily="2" charset="-79"/>
      <p:regular r:id="rId45"/>
      <p:bold r:id="rId46"/>
    </p:embeddedFont>
    <p:embeddedFont>
      <p:font typeface="Nunito Light" pitchFamily="2" charset="0"/>
      <p:regular r:id="rId47"/>
      <p:italic r:id="rId48"/>
    </p:embeddedFont>
    <p:embeddedFont>
      <p:font typeface="Open Sans" panose="020B0606030504020204" pitchFamily="34" charset="0"/>
      <p:regular r:id="rId49"/>
      <p:bold r:id="rId50"/>
      <p:italic r:id="rId51"/>
      <p:boldItalic r:id="rId52"/>
    </p:embeddedFont>
    <p:embeddedFont>
      <p:font typeface="Proxima Nova" panose="020B0604020202020204" charset="0"/>
      <p:regular r:id="rId53"/>
      <p:bold r:id="rId54"/>
      <p:italic r:id="rId55"/>
      <p:boldItalic r:id="rId56"/>
    </p:embeddedFont>
    <p:embeddedFont>
      <p:font typeface="Roboto Medium" panose="02000000000000000000" pitchFamily="2" charset="0"/>
      <p:regular r:id="rId57"/>
      <p:bold r:id="rId58"/>
      <p:italic r:id="rId59"/>
      <p:boldItalic r:id="rId60"/>
    </p:embeddedFont>
    <p:embeddedFont>
      <p:font typeface="Saira" panose="020B0604020202020204" charset="0"/>
      <p:regular r:id="rId61"/>
      <p:bold r:id="rId62"/>
      <p:italic r:id="rId63"/>
      <p:boldItalic r:id="rId6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BACEA3A-B526-46DE-BD82-A33AE7DA6718}">
  <a:tblStyle styleId="{0BACEA3A-B526-46DE-BD82-A33AE7DA6718}"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9F9D104D-107F-49FE-80C1-98C82FB079F0}"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75" d="100"/>
          <a:sy n="75" d="100"/>
        </p:scale>
        <p:origin x="1109" y="80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font" Target="fonts/font4.fntdata"/><Relationship Id="rId50" Type="http://schemas.openxmlformats.org/officeDocument/2006/relationships/font" Target="fonts/font7.fntdata"/><Relationship Id="rId55" Type="http://schemas.openxmlformats.org/officeDocument/2006/relationships/font" Target="fonts/font12.fntdata"/><Relationship Id="rId63" Type="http://schemas.openxmlformats.org/officeDocument/2006/relationships/font" Target="fonts/font20.fntdata"/><Relationship Id="rId68" Type="http://schemas.openxmlformats.org/officeDocument/2006/relationships/tableStyles" Target="tableStyle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2.fntdata"/><Relationship Id="rId53" Type="http://schemas.openxmlformats.org/officeDocument/2006/relationships/font" Target="fonts/font10.fntdata"/><Relationship Id="rId58" Type="http://schemas.openxmlformats.org/officeDocument/2006/relationships/font" Target="fonts/font15.fntdata"/><Relationship Id="rId66"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18.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notesMaster" Target="notesMasters/notesMaster1.xml"/><Relationship Id="rId48" Type="http://schemas.openxmlformats.org/officeDocument/2006/relationships/font" Target="fonts/font5.fntdata"/><Relationship Id="rId56" Type="http://schemas.openxmlformats.org/officeDocument/2006/relationships/font" Target="fonts/font13.fntdata"/><Relationship Id="rId64"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font" Target="fonts/font8.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3.fntdata"/><Relationship Id="rId59" Type="http://schemas.openxmlformats.org/officeDocument/2006/relationships/font" Target="fonts/font16.fntdata"/><Relationship Id="rId67" Type="http://schemas.openxmlformats.org/officeDocument/2006/relationships/theme" Target="theme/theme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1.fntdata"/><Relationship Id="rId62" Type="http://schemas.openxmlformats.org/officeDocument/2006/relationships/font" Target="fonts/font19.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6.fntdata"/><Relationship Id="rId57" Type="http://schemas.openxmlformats.org/officeDocument/2006/relationships/font" Target="fonts/font14.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1.fntdata"/><Relationship Id="rId52" Type="http://schemas.openxmlformats.org/officeDocument/2006/relationships/font" Target="fonts/font9.fntdata"/><Relationship Id="rId60" Type="http://schemas.openxmlformats.org/officeDocument/2006/relationships/font" Target="fonts/font17.fntdata"/><Relationship Id="rId65"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7"/>
        <p:cNvGrpSpPr/>
        <p:nvPr/>
      </p:nvGrpSpPr>
      <p:grpSpPr>
        <a:xfrm>
          <a:off x="0" y="0"/>
          <a:ext cx="0" cy="0"/>
          <a:chOff x="0" y="0"/>
          <a:chExt cx="0" cy="0"/>
        </a:xfrm>
      </p:grpSpPr>
      <p:sp>
        <p:nvSpPr>
          <p:cNvPr id="1408" name="Google Shape;1408;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9" name="Google Shape;1409;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2"/>
        <p:cNvGrpSpPr/>
        <p:nvPr/>
      </p:nvGrpSpPr>
      <p:grpSpPr>
        <a:xfrm>
          <a:off x="0" y="0"/>
          <a:ext cx="0" cy="0"/>
          <a:chOff x="0" y="0"/>
          <a:chExt cx="0" cy="0"/>
        </a:xfrm>
      </p:grpSpPr>
      <p:sp>
        <p:nvSpPr>
          <p:cNvPr id="1523" name="Google Shape;1523;g1e81e8eaf55_0_1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4" name="Google Shape;1524;g1e81e8eaf55_0_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5"/>
        <p:cNvGrpSpPr/>
        <p:nvPr/>
      </p:nvGrpSpPr>
      <p:grpSpPr>
        <a:xfrm>
          <a:off x="0" y="0"/>
          <a:ext cx="0" cy="0"/>
          <a:chOff x="0" y="0"/>
          <a:chExt cx="0" cy="0"/>
        </a:xfrm>
      </p:grpSpPr>
      <p:sp>
        <p:nvSpPr>
          <p:cNvPr id="1496" name="Google Shape;1496;g1e81e8eaf55_0_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7" name="Google Shape;1497;g1e81e8eaf55_0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4"/>
        <p:cNvGrpSpPr/>
        <p:nvPr/>
      </p:nvGrpSpPr>
      <p:grpSpPr>
        <a:xfrm>
          <a:off x="0" y="0"/>
          <a:ext cx="0" cy="0"/>
          <a:chOff x="0" y="0"/>
          <a:chExt cx="0" cy="0"/>
        </a:xfrm>
      </p:grpSpPr>
      <p:sp>
        <p:nvSpPr>
          <p:cNvPr id="1505" name="Google Shape;1505;g1e81e8eaf55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6" name="Google Shape;1506;g1e81e8eaf55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9"/>
        <p:cNvGrpSpPr/>
        <p:nvPr/>
      </p:nvGrpSpPr>
      <p:grpSpPr>
        <a:xfrm>
          <a:off x="0" y="0"/>
          <a:ext cx="0" cy="0"/>
          <a:chOff x="0" y="0"/>
          <a:chExt cx="0" cy="0"/>
        </a:xfrm>
      </p:grpSpPr>
      <p:sp>
        <p:nvSpPr>
          <p:cNvPr id="1530" name="Google Shape;1530;g1e81e8eaf55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1" name="Google Shape;1531;g1e81e8eaf55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2"/>
        <p:cNvGrpSpPr/>
        <p:nvPr/>
      </p:nvGrpSpPr>
      <p:grpSpPr>
        <a:xfrm>
          <a:off x="0" y="0"/>
          <a:ext cx="0" cy="0"/>
          <a:chOff x="0" y="0"/>
          <a:chExt cx="0" cy="0"/>
        </a:xfrm>
      </p:grpSpPr>
      <p:sp>
        <p:nvSpPr>
          <p:cNvPr id="1563" name="Google Shape;1563;g1e81e8eaf55_0_2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4" name="Google Shape;1564;g1e81e8eaf55_0_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1"/>
        <p:cNvGrpSpPr/>
        <p:nvPr/>
      </p:nvGrpSpPr>
      <p:grpSpPr>
        <a:xfrm>
          <a:off x="0" y="0"/>
          <a:ext cx="0" cy="0"/>
          <a:chOff x="0" y="0"/>
          <a:chExt cx="0" cy="0"/>
        </a:xfrm>
      </p:grpSpPr>
      <p:sp>
        <p:nvSpPr>
          <p:cNvPr id="1572" name="Google Shape;1572;g1e839195da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 name="Google Shape;1573;g1e839195da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2"/>
        <p:cNvGrpSpPr/>
        <p:nvPr/>
      </p:nvGrpSpPr>
      <p:grpSpPr>
        <a:xfrm>
          <a:off x="0" y="0"/>
          <a:ext cx="0" cy="0"/>
          <a:chOff x="0" y="0"/>
          <a:chExt cx="0" cy="0"/>
        </a:xfrm>
      </p:grpSpPr>
      <p:sp>
        <p:nvSpPr>
          <p:cNvPr id="1583" name="Google Shape;1583;g1e839195dab_0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4" name="Google Shape;1584;g1e839195dab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5"/>
        <p:cNvGrpSpPr/>
        <p:nvPr/>
      </p:nvGrpSpPr>
      <p:grpSpPr>
        <a:xfrm>
          <a:off x="0" y="0"/>
          <a:ext cx="0" cy="0"/>
          <a:chOff x="0" y="0"/>
          <a:chExt cx="0" cy="0"/>
        </a:xfrm>
      </p:grpSpPr>
      <p:sp>
        <p:nvSpPr>
          <p:cNvPr id="1596" name="Google Shape;1596;g1e839195dab_0_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7" name="Google Shape;1597;g1e839195dab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2"/>
        <p:cNvGrpSpPr/>
        <p:nvPr/>
      </p:nvGrpSpPr>
      <p:grpSpPr>
        <a:xfrm>
          <a:off x="0" y="0"/>
          <a:ext cx="0" cy="0"/>
          <a:chOff x="0" y="0"/>
          <a:chExt cx="0" cy="0"/>
        </a:xfrm>
      </p:grpSpPr>
      <p:sp>
        <p:nvSpPr>
          <p:cNvPr id="1623" name="Google Shape;1623;g1e839195dab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4" name="Google Shape;1624;g1e839195dab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5"/>
        <p:cNvGrpSpPr/>
        <p:nvPr/>
      </p:nvGrpSpPr>
      <p:grpSpPr>
        <a:xfrm>
          <a:off x="0" y="0"/>
          <a:ext cx="0" cy="0"/>
          <a:chOff x="0" y="0"/>
          <a:chExt cx="0" cy="0"/>
        </a:xfrm>
      </p:grpSpPr>
      <p:sp>
        <p:nvSpPr>
          <p:cNvPr id="1736" name="Google Shape;1736;g1e839195dab_0_3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7" name="Google Shape;1737;g1e839195dab_0_3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2"/>
        <p:cNvGrpSpPr/>
        <p:nvPr/>
      </p:nvGrpSpPr>
      <p:grpSpPr>
        <a:xfrm>
          <a:off x="0" y="0"/>
          <a:ext cx="0" cy="0"/>
          <a:chOff x="0" y="0"/>
          <a:chExt cx="0" cy="0"/>
        </a:xfrm>
      </p:grpSpPr>
      <p:sp>
        <p:nvSpPr>
          <p:cNvPr id="1613" name="Google Shape;1613;g1e839195dab_0_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4" name="Google Shape;1614;g1e839195dab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9"/>
        <p:cNvGrpSpPr/>
        <p:nvPr/>
      </p:nvGrpSpPr>
      <p:grpSpPr>
        <a:xfrm>
          <a:off x="0" y="0"/>
          <a:ext cx="0" cy="0"/>
          <a:chOff x="0" y="0"/>
          <a:chExt cx="0" cy="0"/>
        </a:xfrm>
      </p:grpSpPr>
      <p:sp>
        <p:nvSpPr>
          <p:cNvPr id="1630" name="Google Shape;1630;g1e839195dab_0_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1" name="Google Shape;1631;g1e839195dab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
        <p:cNvGrpSpPr/>
        <p:nvPr/>
      </p:nvGrpSpPr>
      <p:grpSpPr>
        <a:xfrm>
          <a:off x="0" y="0"/>
          <a:ext cx="0" cy="0"/>
          <a:chOff x="0" y="0"/>
          <a:chExt cx="0" cy="0"/>
        </a:xfrm>
      </p:grpSpPr>
      <p:sp>
        <p:nvSpPr>
          <p:cNvPr id="1639" name="Google Shape;1639;g1e839195dab_0_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0" name="Google Shape;1640;g1e839195dab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4"/>
        <p:cNvGrpSpPr/>
        <p:nvPr/>
      </p:nvGrpSpPr>
      <p:grpSpPr>
        <a:xfrm>
          <a:off x="0" y="0"/>
          <a:ext cx="0" cy="0"/>
          <a:chOff x="0" y="0"/>
          <a:chExt cx="0" cy="0"/>
        </a:xfrm>
      </p:grpSpPr>
      <p:sp>
        <p:nvSpPr>
          <p:cNvPr id="1645" name="Google Shape;1645;g1e839195dab_0_1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6" name="Google Shape;1646;g1e839195dab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5"/>
        <p:cNvGrpSpPr/>
        <p:nvPr/>
      </p:nvGrpSpPr>
      <p:grpSpPr>
        <a:xfrm>
          <a:off x="0" y="0"/>
          <a:ext cx="0" cy="0"/>
          <a:chOff x="0" y="0"/>
          <a:chExt cx="0" cy="0"/>
        </a:xfrm>
      </p:grpSpPr>
      <p:sp>
        <p:nvSpPr>
          <p:cNvPr id="1656" name="Google Shape;1656;g1e839195dab_0_2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7" name="Google Shape;1657;g1e839195dab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1"/>
        <p:cNvGrpSpPr/>
        <p:nvPr/>
      </p:nvGrpSpPr>
      <p:grpSpPr>
        <a:xfrm>
          <a:off x="0" y="0"/>
          <a:ext cx="0" cy="0"/>
          <a:chOff x="0" y="0"/>
          <a:chExt cx="0" cy="0"/>
        </a:xfrm>
      </p:grpSpPr>
      <p:sp>
        <p:nvSpPr>
          <p:cNvPr id="1692" name="Google Shape;1692;g1e839195dab_0_3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3" name="Google Shape;1693;g1e839195dab_0_3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7"/>
        <p:cNvGrpSpPr/>
        <p:nvPr/>
      </p:nvGrpSpPr>
      <p:grpSpPr>
        <a:xfrm>
          <a:off x="0" y="0"/>
          <a:ext cx="0" cy="0"/>
          <a:chOff x="0" y="0"/>
          <a:chExt cx="0" cy="0"/>
        </a:xfrm>
      </p:grpSpPr>
      <p:sp>
        <p:nvSpPr>
          <p:cNvPr id="1698" name="Google Shape;1698;g1e839195dab_0_3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9" name="Google Shape;1699;g1e839195dab_0_3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6"/>
        <p:cNvGrpSpPr/>
        <p:nvPr/>
      </p:nvGrpSpPr>
      <p:grpSpPr>
        <a:xfrm>
          <a:off x="0" y="0"/>
          <a:ext cx="0" cy="0"/>
          <a:chOff x="0" y="0"/>
          <a:chExt cx="0" cy="0"/>
        </a:xfrm>
      </p:grpSpPr>
      <p:sp>
        <p:nvSpPr>
          <p:cNvPr id="1707" name="Google Shape;1707;g1e839195dab_0_3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8" name="Google Shape;1708;g1e839195dab_0_3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3"/>
        <p:cNvGrpSpPr/>
        <p:nvPr/>
      </p:nvGrpSpPr>
      <p:grpSpPr>
        <a:xfrm>
          <a:off x="0" y="0"/>
          <a:ext cx="0" cy="0"/>
          <a:chOff x="0" y="0"/>
          <a:chExt cx="0" cy="0"/>
        </a:xfrm>
      </p:grpSpPr>
      <p:sp>
        <p:nvSpPr>
          <p:cNvPr id="1724" name="Google Shape;1724;g1e839195dab_0_3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5" name="Google Shape;1725;g1e839195dab_0_3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6"/>
        <p:cNvGrpSpPr/>
        <p:nvPr/>
      </p:nvGrpSpPr>
      <p:grpSpPr>
        <a:xfrm>
          <a:off x="0" y="0"/>
          <a:ext cx="0" cy="0"/>
          <a:chOff x="0" y="0"/>
          <a:chExt cx="0" cy="0"/>
        </a:xfrm>
      </p:grpSpPr>
      <p:sp>
        <p:nvSpPr>
          <p:cNvPr id="1757" name="Google Shape;1757;g1e839195dab_0_3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8" name="Google Shape;1758;g1e839195dab_0_3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5"/>
        <p:cNvGrpSpPr/>
        <p:nvPr/>
      </p:nvGrpSpPr>
      <p:grpSpPr>
        <a:xfrm>
          <a:off x="0" y="0"/>
          <a:ext cx="0" cy="0"/>
          <a:chOff x="0" y="0"/>
          <a:chExt cx="0" cy="0"/>
        </a:xfrm>
      </p:grpSpPr>
      <p:sp>
        <p:nvSpPr>
          <p:cNvPr id="1856" name="Google Shape;1856;g1e81e8eaf55_0_1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7" name="Google Shape;1857;g1e81e8eaf55_0_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1"/>
        <p:cNvGrpSpPr/>
        <p:nvPr/>
      </p:nvGrpSpPr>
      <p:grpSpPr>
        <a:xfrm>
          <a:off x="0" y="0"/>
          <a:ext cx="0" cy="0"/>
          <a:chOff x="0" y="0"/>
          <a:chExt cx="0" cy="0"/>
        </a:xfrm>
      </p:grpSpPr>
      <p:sp>
        <p:nvSpPr>
          <p:cNvPr id="1862" name="Google Shape;1862;g1e83ffedcd9_1_136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3" name="Google Shape;1863;g1e83ffedcd9_1_13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1e83ffedcd9_1_136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1e83ffedcd9_1_136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3"/>
        <p:cNvGrpSpPr/>
        <p:nvPr/>
      </p:nvGrpSpPr>
      <p:grpSpPr>
        <a:xfrm>
          <a:off x="0" y="0"/>
          <a:ext cx="0" cy="0"/>
          <a:chOff x="0" y="0"/>
          <a:chExt cx="0" cy="0"/>
        </a:xfrm>
      </p:grpSpPr>
      <p:sp>
        <p:nvSpPr>
          <p:cNvPr id="1874" name="Google Shape;1874;g1e83ffedcd9_1_136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5" name="Google Shape;1875;g1e83ffedcd9_1_13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1"/>
        <p:cNvGrpSpPr/>
        <p:nvPr/>
      </p:nvGrpSpPr>
      <p:grpSpPr>
        <a:xfrm>
          <a:off x="0" y="0"/>
          <a:ext cx="0" cy="0"/>
          <a:chOff x="0" y="0"/>
          <a:chExt cx="0" cy="0"/>
        </a:xfrm>
      </p:grpSpPr>
      <p:sp>
        <p:nvSpPr>
          <p:cNvPr id="1892" name="Google Shape;1892;g1e83ffedcd9_1_137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3" name="Google Shape;1893;g1e83ffedcd9_1_13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7"/>
        <p:cNvGrpSpPr/>
        <p:nvPr/>
      </p:nvGrpSpPr>
      <p:grpSpPr>
        <a:xfrm>
          <a:off x="0" y="0"/>
          <a:ext cx="0" cy="0"/>
          <a:chOff x="0" y="0"/>
          <a:chExt cx="0" cy="0"/>
        </a:xfrm>
      </p:grpSpPr>
      <p:sp>
        <p:nvSpPr>
          <p:cNvPr id="1908" name="Google Shape;1908;g1e83ffedcd9_1_137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9" name="Google Shape;1909;g1e83ffedcd9_1_13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4"/>
        <p:cNvGrpSpPr/>
        <p:nvPr/>
      </p:nvGrpSpPr>
      <p:grpSpPr>
        <a:xfrm>
          <a:off x="0" y="0"/>
          <a:ext cx="0" cy="0"/>
          <a:chOff x="0" y="0"/>
          <a:chExt cx="0" cy="0"/>
        </a:xfrm>
      </p:grpSpPr>
      <p:sp>
        <p:nvSpPr>
          <p:cNvPr id="2245" name="Google Shape;2245;g1e83ffedcd9_1_140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6" name="Google Shape;2246;g1e83ffedcd9_1_140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58"/>
        <p:cNvGrpSpPr/>
        <p:nvPr/>
      </p:nvGrpSpPr>
      <p:grpSpPr>
        <a:xfrm>
          <a:off x="0" y="0"/>
          <a:ext cx="0" cy="0"/>
          <a:chOff x="0" y="0"/>
          <a:chExt cx="0" cy="0"/>
        </a:xfrm>
      </p:grpSpPr>
      <p:sp>
        <p:nvSpPr>
          <p:cNvPr id="8159" name="Google Shape;8159;g1e83ffedcd9_1_199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0" name="Google Shape;8160;g1e83ffedcd9_1_19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5"/>
        <p:cNvGrpSpPr/>
        <p:nvPr/>
      </p:nvGrpSpPr>
      <p:grpSpPr>
        <a:xfrm>
          <a:off x="0" y="0"/>
          <a:ext cx="0" cy="0"/>
          <a:chOff x="0" y="0"/>
          <a:chExt cx="0" cy="0"/>
        </a:xfrm>
      </p:grpSpPr>
      <p:sp>
        <p:nvSpPr>
          <p:cNvPr id="8586" name="Google Shape;8586;g1e83ffedcd9_1_203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87" name="Google Shape;8587;g1e83ffedcd9_1_203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48"/>
        <p:cNvGrpSpPr/>
        <p:nvPr/>
      </p:nvGrpSpPr>
      <p:grpSpPr>
        <a:xfrm>
          <a:off x="0" y="0"/>
          <a:ext cx="0" cy="0"/>
          <a:chOff x="0" y="0"/>
          <a:chExt cx="0" cy="0"/>
        </a:xfrm>
      </p:grpSpPr>
      <p:sp>
        <p:nvSpPr>
          <p:cNvPr id="8749" name="Google Shape;8749;g1e83ffedcd9_1_205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50" name="Google Shape;8750;g1e83ffedcd9_1_205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50"/>
        <p:cNvGrpSpPr/>
        <p:nvPr/>
      </p:nvGrpSpPr>
      <p:grpSpPr>
        <a:xfrm>
          <a:off x="0" y="0"/>
          <a:ext cx="0" cy="0"/>
          <a:chOff x="0" y="0"/>
          <a:chExt cx="0" cy="0"/>
        </a:xfrm>
      </p:grpSpPr>
      <p:sp>
        <p:nvSpPr>
          <p:cNvPr id="9151" name="Google Shape;9151;g1e83ffedcd9_1_209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52" name="Google Shape;9152;g1e83ffedcd9_1_209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21"/>
        <p:cNvGrpSpPr/>
        <p:nvPr/>
      </p:nvGrpSpPr>
      <p:grpSpPr>
        <a:xfrm>
          <a:off x="0" y="0"/>
          <a:ext cx="0" cy="0"/>
          <a:chOff x="0" y="0"/>
          <a:chExt cx="0" cy="0"/>
        </a:xfrm>
      </p:grpSpPr>
      <p:sp>
        <p:nvSpPr>
          <p:cNvPr id="9522" name="Google Shape;9522;g1e83ffedcd9_1_213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23" name="Google Shape;9523;g1e83ffedcd9_1_21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10"/>
        <p:cNvGrpSpPr/>
        <p:nvPr/>
      </p:nvGrpSpPr>
      <p:grpSpPr>
        <a:xfrm>
          <a:off x="0" y="0"/>
          <a:ext cx="0" cy="0"/>
          <a:chOff x="0" y="0"/>
          <a:chExt cx="0" cy="0"/>
        </a:xfrm>
      </p:grpSpPr>
      <p:sp>
        <p:nvSpPr>
          <p:cNvPr id="9911" name="Google Shape;9911;g1e83ffedcd9_1_217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12" name="Google Shape;9912;g1e83ffedcd9_1_217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1e83ffedcd9_1_221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3" name="Google Shape;10343;g1e83ffedcd9_1_22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34"/>
        <p:cNvGrpSpPr/>
        <p:nvPr/>
      </p:nvGrpSpPr>
      <p:grpSpPr>
        <a:xfrm>
          <a:off x="0" y="0"/>
          <a:ext cx="0" cy="0"/>
          <a:chOff x="0" y="0"/>
          <a:chExt cx="0" cy="0"/>
        </a:xfrm>
      </p:grpSpPr>
      <p:sp>
        <p:nvSpPr>
          <p:cNvPr id="11135" name="Google Shape;11135;g1e83ffedcd9_1_229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36" name="Google Shape;11136;g1e83ffedcd9_1_22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5"/>
        <p:cNvGrpSpPr/>
        <p:nvPr/>
      </p:nvGrpSpPr>
      <p:grpSpPr>
        <a:xfrm>
          <a:off x="0" y="0"/>
          <a:ext cx="0" cy="0"/>
          <a:chOff x="0" y="0"/>
          <a:chExt cx="0" cy="0"/>
        </a:xfrm>
      </p:grpSpPr>
      <p:sp>
        <p:nvSpPr>
          <p:cNvPr id="11876" name="Google Shape;11876;g1e83ffedcd9_1_236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77" name="Google Shape;11877;g1e83ffedcd9_1_23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68"/>
        <p:cNvGrpSpPr/>
        <p:nvPr/>
      </p:nvGrpSpPr>
      <p:grpSpPr>
        <a:xfrm>
          <a:off x="0" y="0"/>
          <a:ext cx="0" cy="0"/>
          <a:chOff x="0" y="0"/>
          <a:chExt cx="0" cy="0"/>
        </a:xfrm>
      </p:grpSpPr>
      <p:sp>
        <p:nvSpPr>
          <p:cNvPr id="12569" name="Google Shape;12569;g1e83ffedcd9_1_243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70" name="Google Shape;12570;g1e83ffedcd9_1_24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70"/>
        <p:cNvGrpSpPr/>
        <p:nvPr/>
      </p:nvGrpSpPr>
      <p:grpSpPr>
        <a:xfrm>
          <a:off x="0" y="0"/>
          <a:ext cx="0" cy="0"/>
          <a:chOff x="0" y="0"/>
          <a:chExt cx="0" cy="0"/>
        </a:xfrm>
      </p:grpSpPr>
      <p:sp>
        <p:nvSpPr>
          <p:cNvPr id="12871" name="Google Shape;12871;g1e83ffedcd9_1_246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72" name="Google Shape;12872;g1e83ffedcd9_1_246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10"/>
        <p:cNvGrpSpPr/>
        <p:nvPr/>
      </p:nvGrpSpPr>
      <p:grpSpPr>
        <a:xfrm>
          <a:off x="0" y="0"/>
          <a:ext cx="0" cy="0"/>
          <a:chOff x="0" y="0"/>
          <a:chExt cx="0" cy="0"/>
        </a:xfrm>
      </p:grpSpPr>
      <p:sp>
        <p:nvSpPr>
          <p:cNvPr id="13511" name="Google Shape;13511;g1e83ffedcd9_1_273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12" name="Google Shape;13512;g1e83ffedcd9_1_27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bit.ly/2TyoMsr" TargetMode="External"/><Relationship Id="rId4" Type="http://schemas.openxmlformats.org/officeDocument/2006/relationships/hyperlink" Target="https://bit.ly/3A1uf1Q" TargetMode="Externa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0" name="Google Shape;10;p2"/>
          <p:cNvSpPr txBox="1">
            <a:spLocks noGrp="1"/>
          </p:cNvSpPr>
          <p:nvPr>
            <p:ph type="ctrTitle"/>
          </p:nvPr>
        </p:nvSpPr>
        <p:spPr>
          <a:xfrm>
            <a:off x="1568675" y="1027819"/>
            <a:ext cx="6006600" cy="22794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SzPts val="6000"/>
              <a:buNone/>
              <a:defRPr sz="5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1962600" y="3706181"/>
            <a:ext cx="5218800" cy="409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4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4" name="Google Shape;14;p3"/>
          <p:cNvSpPr txBox="1">
            <a:spLocks noGrp="1"/>
          </p:cNvSpPr>
          <p:nvPr>
            <p:ph type="title"/>
          </p:nvPr>
        </p:nvSpPr>
        <p:spPr>
          <a:xfrm>
            <a:off x="1133023" y="2480375"/>
            <a:ext cx="3764400" cy="1371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2475223" y="1291225"/>
            <a:ext cx="1080000" cy="1001100"/>
          </a:xfrm>
          <a:prstGeom prst="rect">
            <a:avLst/>
          </a:prstGeom>
        </p:spPr>
        <p:txBody>
          <a:bodyPr spcFirstLastPara="1" wrap="square" lIns="91425" tIns="91425" rIns="91425" bIns="91425" anchor="b" anchorCtr="0">
            <a:noAutofit/>
          </a:bodyPr>
          <a:lstStyle>
            <a:lvl1pPr lvl="0" algn="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6" name="Google Shape;16;p3"/>
          <p:cNvSpPr>
            <a:spLocks noGrp="1"/>
          </p:cNvSpPr>
          <p:nvPr>
            <p:ph type="pic" idx="3"/>
          </p:nvPr>
        </p:nvSpPr>
        <p:spPr>
          <a:xfrm>
            <a:off x="5406576" y="694950"/>
            <a:ext cx="2604300" cy="3753600"/>
          </a:xfrm>
          <a:prstGeom prst="rect">
            <a:avLst/>
          </a:prstGeom>
          <a:noFill/>
          <a:ln w="9525" cap="flat" cmpd="sng">
            <a:solidFill>
              <a:schemeClr val="dk1"/>
            </a:solidFill>
            <a:prstDash val="solid"/>
            <a:round/>
            <a:headEnd type="none" w="sm" len="sm"/>
            <a:tailEnd type="none" w="sm" len="sm"/>
          </a:ln>
        </p:spPr>
      </p:sp>
      <p:grpSp>
        <p:nvGrpSpPr>
          <p:cNvPr id="17" name="Google Shape;17;p3"/>
          <p:cNvGrpSpPr/>
          <p:nvPr/>
        </p:nvGrpSpPr>
        <p:grpSpPr>
          <a:xfrm>
            <a:off x="8161834" y="75534"/>
            <a:ext cx="3751693" cy="1477275"/>
            <a:chOff x="8161834" y="75534"/>
            <a:chExt cx="3751693" cy="1477275"/>
          </a:xfrm>
        </p:grpSpPr>
        <p:grpSp>
          <p:nvGrpSpPr>
            <p:cNvPr id="18" name="Google Shape;18;p3"/>
            <p:cNvGrpSpPr/>
            <p:nvPr/>
          </p:nvGrpSpPr>
          <p:grpSpPr>
            <a:xfrm>
              <a:off x="8371972" y="75540"/>
              <a:ext cx="3541556" cy="1323917"/>
              <a:chOff x="2133050" y="2071900"/>
              <a:chExt cx="2132825" cy="797300"/>
            </a:xfrm>
          </p:grpSpPr>
          <p:sp>
            <p:nvSpPr>
              <p:cNvPr id="19" name="Google Shape;19;p3"/>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3"/>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3"/>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3"/>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3"/>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3"/>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3"/>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3"/>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3"/>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3"/>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3"/>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 name="Google Shape;49;p3"/>
            <p:cNvSpPr/>
            <p:nvPr/>
          </p:nvSpPr>
          <p:spPr>
            <a:xfrm>
              <a:off x="8161834" y="721209"/>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50" name="Google Shape;50;p3"/>
            <p:cNvSpPr/>
            <p:nvPr/>
          </p:nvSpPr>
          <p:spPr>
            <a:xfrm>
              <a:off x="9036759" y="75534"/>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1"/>
        <p:cNvGrpSpPr/>
        <p:nvPr/>
      </p:nvGrpSpPr>
      <p:grpSpPr>
        <a:xfrm>
          <a:off x="0" y="0"/>
          <a:ext cx="0" cy="0"/>
          <a:chOff x="0" y="0"/>
          <a:chExt cx="0" cy="0"/>
        </a:xfrm>
      </p:grpSpPr>
      <p:pic>
        <p:nvPicPr>
          <p:cNvPr id="52" name="Google Shape;52;p4"/>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53" name="Google Shape;53;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4" name="Google Shape;54;p4"/>
          <p:cNvSpPr txBox="1">
            <a:spLocks noGrp="1"/>
          </p:cNvSpPr>
          <p:nvPr>
            <p:ph type="body" idx="1"/>
          </p:nvPr>
        </p:nvSpPr>
        <p:spPr>
          <a:xfrm>
            <a:off x="720000" y="1152475"/>
            <a:ext cx="7704000" cy="351600"/>
          </a:xfrm>
          <a:prstGeom prst="rect">
            <a:avLst/>
          </a:prstGeom>
        </p:spPr>
        <p:txBody>
          <a:bodyPr spcFirstLastPara="1" wrap="square" lIns="91425" tIns="91425" rIns="91425" bIns="91425" anchor="t" anchorCtr="0">
            <a:noAutofit/>
          </a:bodyPr>
          <a:lstStyle>
            <a:lvl1pPr marL="457200" lvl="0" indent="-317500" algn="ctr" rtl="0">
              <a:lnSpc>
                <a:spcPct val="115000"/>
              </a:lnSpc>
              <a:spcBef>
                <a:spcPts val="0"/>
              </a:spcBef>
              <a:spcAft>
                <a:spcPts val="0"/>
              </a:spcAft>
              <a:buSzPts val="1400"/>
              <a:buChar char="●"/>
              <a:defRPr sz="1400"/>
            </a:lvl1pPr>
            <a:lvl2pPr marL="914400" lvl="1" indent="-304800" rtl="0">
              <a:lnSpc>
                <a:spcPct val="115000"/>
              </a:lnSpc>
              <a:spcBef>
                <a:spcPts val="0"/>
              </a:spcBef>
              <a:spcAft>
                <a:spcPts val="0"/>
              </a:spcAft>
              <a:buSzPts val="1200"/>
              <a:buChar char="○"/>
              <a:defRPr/>
            </a:lvl2pPr>
            <a:lvl3pPr marL="1371600" lvl="2" indent="-304800" rtl="0">
              <a:lnSpc>
                <a:spcPct val="115000"/>
              </a:lnSpc>
              <a:spcBef>
                <a:spcPts val="0"/>
              </a:spcBef>
              <a:spcAft>
                <a:spcPts val="0"/>
              </a:spcAft>
              <a:buSzPts val="1200"/>
              <a:buChar char="■"/>
              <a:defRPr/>
            </a:lvl3pPr>
            <a:lvl4pPr marL="1828800" lvl="3" indent="-304800" rtl="0">
              <a:lnSpc>
                <a:spcPct val="115000"/>
              </a:lnSpc>
              <a:spcBef>
                <a:spcPts val="0"/>
              </a:spcBef>
              <a:spcAft>
                <a:spcPts val="0"/>
              </a:spcAft>
              <a:buSzPts val="1200"/>
              <a:buChar char="●"/>
              <a:defRPr/>
            </a:lvl4pPr>
            <a:lvl5pPr marL="2286000" lvl="4" indent="-304800" rtl="0">
              <a:lnSpc>
                <a:spcPct val="115000"/>
              </a:lnSpc>
              <a:spcBef>
                <a:spcPts val="0"/>
              </a:spcBef>
              <a:spcAft>
                <a:spcPts val="0"/>
              </a:spcAft>
              <a:buSzPts val="1200"/>
              <a:buChar char="○"/>
              <a:defRPr/>
            </a:lvl5pPr>
            <a:lvl6pPr marL="2743200" lvl="5" indent="-304800" rtl="0">
              <a:lnSpc>
                <a:spcPct val="115000"/>
              </a:lnSpc>
              <a:spcBef>
                <a:spcPts val="0"/>
              </a:spcBef>
              <a:spcAft>
                <a:spcPts val="0"/>
              </a:spcAft>
              <a:buSzPts val="1200"/>
              <a:buChar char="■"/>
              <a:defRPr/>
            </a:lvl6pPr>
            <a:lvl7pPr marL="3200400" lvl="6" indent="-304800" rtl="0">
              <a:lnSpc>
                <a:spcPct val="115000"/>
              </a:lnSpc>
              <a:spcBef>
                <a:spcPts val="0"/>
              </a:spcBef>
              <a:spcAft>
                <a:spcPts val="0"/>
              </a:spcAft>
              <a:buSzPts val="1200"/>
              <a:buChar char="●"/>
              <a:defRPr/>
            </a:lvl7pPr>
            <a:lvl8pPr marL="3657600" lvl="7" indent="-304800" rtl="0">
              <a:lnSpc>
                <a:spcPct val="115000"/>
              </a:lnSpc>
              <a:spcBef>
                <a:spcPts val="0"/>
              </a:spcBef>
              <a:spcAft>
                <a:spcPts val="0"/>
              </a:spcAft>
              <a:buSzPts val="1200"/>
              <a:buChar char="○"/>
              <a:defRPr/>
            </a:lvl8pPr>
            <a:lvl9pPr marL="4114800" lvl="8" indent="-304800" rtl="0">
              <a:lnSpc>
                <a:spcPct val="115000"/>
              </a:lnSpc>
              <a:spcBef>
                <a:spcPts val="0"/>
              </a:spcBef>
              <a:spcAft>
                <a:spcPts val="0"/>
              </a:spcAft>
              <a:buSzPts val="1200"/>
              <a:buChar char="■"/>
              <a:defRPr/>
            </a:lvl9pPr>
          </a:lstStyle>
          <a:p>
            <a:endParaRPr/>
          </a:p>
        </p:txBody>
      </p:sp>
      <p:grpSp>
        <p:nvGrpSpPr>
          <p:cNvPr id="55" name="Google Shape;55;p4"/>
          <p:cNvGrpSpPr/>
          <p:nvPr/>
        </p:nvGrpSpPr>
        <p:grpSpPr>
          <a:xfrm>
            <a:off x="-1684333" y="361707"/>
            <a:ext cx="3423458" cy="1696293"/>
            <a:chOff x="-1684333" y="361707"/>
            <a:chExt cx="3423458" cy="1696293"/>
          </a:xfrm>
        </p:grpSpPr>
        <p:grpSp>
          <p:nvGrpSpPr>
            <p:cNvPr id="56" name="Google Shape;56;p4"/>
            <p:cNvGrpSpPr/>
            <p:nvPr/>
          </p:nvGrpSpPr>
          <p:grpSpPr>
            <a:xfrm>
              <a:off x="-1684333" y="361707"/>
              <a:ext cx="2907181" cy="1177348"/>
              <a:chOff x="2442775" y="3274750"/>
              <a:chExt cx="1690025" cy="684425"/>
            </a:xfrm>
          </p:grpSpPr>
          <p:sp>
            <p:nvSpPr>
              <p:cNvPr id="57" name="Google Shape;57;p4"/>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4"/>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4"/>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4"/>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4"/>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4"/>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4"/>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4"/>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4"/>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4"/>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4"/>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4"/>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4"/>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4"/>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4"/>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4"/>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4"/>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4"/>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 name="Google Shape;78;p4"/>
            <p:cNvPicPr preferRelativeResize="0"/>
            <p:nvPr/>
          </p:nvPicPr>
          <p:blipFill>
            <a:blip r:embed="rId3">
              <a:alphaModFix amt="40000"/>
            </a:blip>
            <a:stretch>
              <a:fillRect/>
            </a:stretch>
          </p:blipFill>
          <p:spPr>
            <a:xfrm>
              <a:off x="-345200" y="880650"/>
              <a:ext cx="1177350" cy="1177350"/>
            </a:xfrm>
            <a:prstGeom prst="rect">
              <a:avLst/>
            </a:prstGeom>
            <a:noFill/>
            <a:ln>
              <a:noFill/>
            </a:ln>
          </p:spPr>
        </p:pic>
        <p:pic>
          <p:nvPicPr>
            <p:cNvPr id="79" name="Google Shape;79;p4"/>
            <p:cNvPicPr preferRelativeResize="0"/>
            <p:nvPr/>
          </p:nvPicPr>
          <p:blipFill>
            <a:blip r:embed="rId3">
              <a:alphaModFix amt="40000"/>
            </a:blip>
            <a:stretch>
              <a:fillRect/>
            </a:stretch>
          </p:blipFill>
          <p:spPr>
            <a:xfrm>
              <a:off x="561775" y="739600"/>
              <a:ext cx="1177350" cy="1177350"/>
            </a:xfrm>
            <a:prstGeom prst="rect">
              <a:avLst/>
            </a:prstGeom>
            <a:noFill/>
            <a:ln>
              <a:noFill/>
            </a:ln>
          </p:spPr>
        </p:pic>
      </p:grpSp>
      <p:grpSp>
        <p:nvGrpSpPr>
          <p:cNvPr id="80" name="Google Shape;80;p4"/>
          <p:cNvGrpSpPr/>
          <p:nvPr/>
        </p:nvGrpSpPr>
        <p:grpSpPr>
          <a:xfrm>
            <a:off x="7378900" y="3638900"/>
            <a:ext cx="3965187" cy="1653150"/>
            <a:chOff x="7378900" y="3638900"/>
            <a:chExt cx="3965187" cy="1653150"/>
          </a:xfrm>
        </p:grpSpPr>
        <p:grpSp>
          <p:nvGrpSpPr>
            <p:cNvPr id="81" name="Google Shape;81;p4"/>
            <p:cNvGrpSpPr/>
            <p:nvPr/>
          </p:nvGrpSpPr>
          <p:grpSpPr>
            <a:xfrm>
              <a:off x="7802532" y="3702559"/>
              <a:ext cx="3541556" cy="1323917"/>
              <a:chOff x="2133050" y="2071900"/>
              <a:chExt cx="2132825" cy="797300"/>
            </a:xfrm>
          </p:grpSpPr>
          <p:sp>
            <p:nvSpPr>
              <p:cNvPr id="82" name="Google Shape;82;p4"/>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4"/>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4"/>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4"/>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4"/>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4"/>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4"/>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4"/>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4"/>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4"/>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4"/>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4"/>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4"/>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4"/>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4"/>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4"/>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4"/>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4"/>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4"/>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4"/>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4"/>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4"/>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4"/>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4"/>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4"/>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4"/>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4"/>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4"/>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2" name="Google Shape;112;p4"/>
            <p:cNvPicPr preferRelativeResize="0"/>
            <p:nvPr/>
          </p:nvPicPr>
          <p:blipFill>
            <a:blip r:embed="rId3">
              <a:alphaModFix amt="40000"/>
            </a:blip>
            <a:stretch>
              <a:fillRect/>
            </a:stretch>
          </p:blipFill>
          <p:spPr>
            <a:xfrm>
              <a:off x="7378900" y="4114700"/>
              <a:ext cx="1177350" cy="1177350"/>
            </a:xfrm>
            <a:prstGeom prst="rect">
              <a:avLst/>
            </a:prstGeom>
            <a:noFill/>
            <a:ln>
              <a:noFill/>
            </a:ln>
          </p:spPr>
        </p:pic>
        <p:pic>
          <p:nvPicPr>
            <p:cNvPr id="113" name="Google Shape;113;p4"/>
            <p:cNvPicPr preferRelativeResize="0"/>
            <p:nvPr/>
          </p:nvPicPr>
          <p:blipFill>
            <a:blip r:embed="rId3">
              <a:alphaModFix amt="40000"/>
            </a:blip>
            <a:stretch>
              <a:fillRect/>
            </a:stretch>
          </p:blipFill>
          <p:spPr>
            <a:xfrm>
              <a:off x="8367650" y="3638900"/>
              <a:ext cx="1177350" cy="1177350"/>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4"/>
        <p:cNvGrpSpPr/>
        <p:nvPr/>
      </p:nvGrpSpPr>
      <p:grpSpPr>
        <a:xfrm>
          <a:off x="0" y="0"/>
          <a:ext cx="0" cy="0"/>
          <a:chOff x="0" y="0"/>
          <a:chExt cx="0" cy="0"/>
        </a:xfrm>
      </p:grpSpPr>
      <p:pic>
        <p:nvPicPr>
          <p:cNvPr id="115" name="Google Shape;115;p5"/>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16" name="Google Shape;116;p5"/>
          <p:cNvSpPr txBox="1">
            <a:spLocks noGrp="1"/>
          </p:cNvSpPr>
          <p:nvPr>
            <p:ph type="subTitle" idx="1"/>
          </p:nvPr>
        </p:nvSpPr>
        <p:spPr>
          <a:xfrm>
            <a:off x="1363388" y="2048300"/>
            <a:ext cx="3001500" cy="48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17" name="Google Shape;117;p5"/>
          <p:cNvSpPr txBox="1">
            <a:spLocks noGrp="1"/>
          </p:cNvSpPr>
          <p:nvPr>
            <p:ph type="subTitle" idx="2"/>
          </p:nvPr>
        </p:nvSpPr>
        <p:spPr>
          <a:xfrm>
            <a:off x="4779112" y="2048300"/>
            <a:ext cx="3001500" cy="48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18" name="Google Shape;118;p5"/>
          <p:cNvSpPr txBox="1">
            <a:spLocks noGrp="1"/>
          </p:cNvSpPr>
          <p:nvPr>
            <p:ph type="subTitle" idx="3"/>
          </p:nvPr>
        </p:nvSpPr>
        <p:spPr>
          <a:xfrm>
            <a:off x="1363388" y="2535500"/>
            <a:ext cx="3001500" cy="131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9" name="Google Shape;119;p5"/>
          <p:cNvSpPr txBox="1">
            <a:spLocks noGrp="1"/>
          </p:cNvSpPr>
          <p:nvPr>
            <p:ph type="subTitle" idx="4"/>
          </p:nvPr>
        </p:nvSpPr>
        <p:spPr>
          <a:xfrm>
            <a:off x="4779110" y="2535500"/>
            <a:ext cx="3001500" cy="131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0" name="Google Shape;12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21" name="Google Shape;121;p5"/>
          <p:cNvGrpSpPr/>
          <p:nvPr/>
        </p:nvGrpSpPr>
        <p:grpSpPr>
          <a:xfrm>
            <a:off x="-500554" y="-1910625"/>
            <a:ext cx="1580562" cy="3381325"/>
            <a:chOff x="-500554" y="-1910625"/>
            <a:chExt cx="1580562" cy="3381325"/>
          </a:xfrm>
        </p:grpSpPr>
        <p:grpSp>
          <p:nvGrpSpPr>
            <p:cNvPr id="122" name="Google Shape;122;p5"/>
            <p:cNvGrpSpPr/>
            <p:nvPr/>
          </p:nvGrpSpPr>
          <p:grpSpPr>
            <a:xfrm rot="5400000" flipH="1">
              <a:off x="-1326644" y="-1084534"/>
              <a:ext cx="3232743" cy="1580562"/>
              <a:chOff x="2191675" y="4192425"/>
              <a:chExt cx="1929650" cy="943450"/>
            </a:xfrm>
          </p:grpSpPr>
          <p:sp>
            <p:nvSpPr>
              <p:cNvPr id="123" name="Google Shape;123;p5"/>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5"/>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5"/>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5"/>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5"/>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5"/>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5"/>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5"/>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5"/>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5"/>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5"/>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5"/>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5"/>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5"/>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5"/>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5"/>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5"/>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5"/>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5"/>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5"/>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5"/>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5"/>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5"/>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5"/>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5"/>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5" name="Google Shape;165;p5"/>
            <p:cNvPicPr preferRelativeResize="0"/>
            <p:nvPr/>
          </p:nvPicPr>
          <p:blipFill>
            <a:blip r:embed="rId3">
              <a:alphaModFix amt="40000"/>
            </a:blip>
            <a:stretch>
              <a:fillRect/>
            </a:stretch>
          </p:blipFill>
          <p:spPr>
            <a:xfrm>
              <a:off x="-134525" y="293350"/>
              <a:ext cx="1177350" cy="1177350"/>
            </a:xfrm>
            <a:prstGeom prst="rect">
              <a:avLst/>
            </a:prstGeom>
            <a:noFill/>
            <a:ln>
              <a:noFill/>
            </a:ln>
          </p:spPr>
        </p:pic>
      </p:grpSp>
      <p:grpSp>
        <p:nvGrpSpPr>
          <p:cNvPr id="166" name="Google Shape;166;p5"/>
          <p:cNvGrpSpPr/>
          <p:nvPr/>
        </p:nvGrpSpPr>
        <p:grpSpPr>
          <a:xfrm>
            <a:off x="7678750" y="3705625"/>
            <a:ext cx="2067292" cy="3199279"/>
            <a:chOff x="7678750" y="3705625"/>
            <a:chExt cx="2067292" cy="3199279"/>
          </a:xfrm>
        </p:grpSpPr>
        <p:grpSp>
          <p:nvGrpSpPr>
            <p:cNvPr id="167" name="Google Shape;167;p5"/>
            <p:cNvGrpSpPr/>
            <p:nvPr/>
          </p:nvGrpSpPr>
          <p:grpSpPr>
            <a:xfrm rot="5400000" flipH="1">
              <a:off x="7465663" y="4624525"/>
              <a:ext cx="3063126" cy="1497633"/>
              <a:chOff x="2191675" y="4192425"/>
              <a:chExt cx="1929650" cy="943450"/>
            </a:xfrm>
          </p:grpSpPr>
          <p:sp>
            <p:nvSpPr>
              <p:cNvPr id="168" name="Google Shape;168;p5"/>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5"/>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5"/>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5"/>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5"/>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5"/>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5"/>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5"/>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0" name="Google Shape;210;p5"/>
            <p:cNvPicPr preferRelativeResize="0"/>
            <p:nvPr/>
          </p:nvPicPr>
          <p:blipFill>
            <a:blip r:embed="rId3">
              <a:alphaModFix amt="40000"/>
            </a:blip>
            <a:stretch>
              <a:fillRect/>
            </a:stretch>
          </p:blipFill>
          <p:spPr>
            <a:xfrm>
              <a:off x="7678750" y="4166550"/>
              <a:ext cx="1177350" cy="1177350"/>
            </a:xfrm>
            <a:prstGeom prst="rect">
              <a:avLst/>
            </a:prstGeom>
            <a:noFill/>
            <a:ln>
              <a:noFill/>
            </a:ln>
          </p:spPr>
        </p:pic>
        <p:pic>
          <p:nvPicPr>
            <p:cNvPr id="211" name="Google Shape;211;p5"/>
            <p:cNvPicPr preferRelativeResize="0"/>
            <p:nvPr/>
          </p:nvPicPr>
          <p:blipFill>
            <a:blip r:embed="rId3">
              <a:alphaModFix amt="40000"/>
            </a:blip>
            <a:stretch>
              <a:fillRect/>
            </a:stretch>
          </p:blipFill>
          <p:spPr>
            <a:xfrm>
              <a:off x="8194800" y="3705625"/>
              <a:ext cx="1177350" cy="1177350"/>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12"/>
        <p:cNvGrpSpPr/>
        <p:nvPr/>
      </p:nvGrpSpPr>
      <p:grpSpPr>
        <a:xfrm>
          <a:off x="0" y="0"/>
          <a:ext cx="0" cy="0"/>
          <a:chOff x="0" y="0"/>
          <a:chExt cx="0" cy="0"/>
        </a:xfrm>
      </p:grpSpPr>
      <p:pic>
        <p:nvPicPr>
          <p:cNvPr id="213" name="Google Shape;213;p6"/>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214" name="Google Shape;214;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215" name="Google Shape;215;p6"/>
          <p:cNvGrpSpPr/>
          <p:nvPr/>
        </p:nvGrpSpPr>
        <p:grpSpPr>
          <a:xfrm>
            <a:off x="7990275" y="3274400"/>
            <a:ext cx="3920587" cy="1824125"/>
            <a:chOff x="7423500" y="3586650"/>
            <a:chExt cx="3920587" cy="1824125"/>
          </a:xfrm>
        </p:grpSpPr>
        <p:grpSp>
          <p:nvGrpSpPr>
            <p:cNvPr id="216" name="Google Shape;216;p6"/>
            <p:cNvGrpSpPr/>
            <p:nvPr/>
          </p:nvGrpSpPr>
          <p:grpSpPr>
            <a:xfrm>
              <a:off x="7802532" y="3702559"/>
              <a:ext cx="3541556" cy="1323917"/>
              <a:chOff x="2133050" y="2071900"/>
              <a:chExt cx="2132825" cy="797300"/>
            </a:xfrm>
          </p:grpSpPr>
          <p:sp>
            <p:nvSpPr>
              <p:cNvPr id="217" name="Google Shape;217;p6"/>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6"/>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6"/>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6"/>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6"/>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6"/>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6"/>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6"/>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6"/>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6"/>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6"/>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6"/>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6"/>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6"/>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6"/>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6"/>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6"/>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6"/>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6"/>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6"/>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6"/>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6"/>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6"/>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6"/>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6"/>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6"/>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6"/>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6"/>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6"/>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6"/>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47" name="Google Shape;247;p6"/>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248" name="Google Shape;248;p6"/>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249" name="Google Shape;249;p6"/>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50"/>
        <p:cNvGrpSpPr/>
        <p:nvPr/>
      </p:nvGrpSpPr>
      <p:grpSpPr>
        <a:xfrm>
          <a:off x="0" y="0"/>
          <a:ext cx="0" cy="0"/>
          <a:chOff x="0" y="0"/>
          <a:chExt cx="0" cy="0"/>
        </a:xfrm>
      </p:grpSpPr>
      <p:pic>
        <p:nvPicPr>
          <p:cNvPr id="251" name="Google Shape;251;p7"/>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252" name="Google Shape;252;p7"/>
          <p:cNvSpPr txBox="1">
            <a:spLocks noGrp="1"/>
          </p:cNvSpPr>
          <p:nvPr>
            <p:ph type="title"/>
          </p:nvPr>
        </p:nvSpPr>
        <p:spPr>
          <a:xfrm>
            <a:off x="3974167" y="788525"/>
            <a:ext cx="4175700" cy="12015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3" name="Google Shape;253;p7"/>
          <p:cNvSpPr txBox="1">
            <a:spLocks noGrp="1"/>
          </p:cNvSpPr>
          <p:nvPr>
            <p:ph type="body" idx="1"/>
          </p:nvPr>
        </p:nvSpPr>
        <p:spPr>
          <a:xfrm>
            <a:off x="3974169" y="1990075"/>
            <a:ext cx="4175700" cy="23649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Open Sans"/>
              <a:buAutoNum type="arabicPeriod"/>
              <a:defRPr/>
            </a:lvl1pPr>
            <a:lvl2pPr marL="914400" lvl="1" indent="-304800" rtl="0">
              <a:lnSpc>
                <a:spcPct val="115000"/>
              </a:lnSpc>
              <a:spcBef>
                <a:spcPts val="1000"/>
              </a:spcBef>
              <a:spcAft>
                <a:spcPts val="0"/>
              </a:spcAft>
              <a:buClr>
                <a:srgbClr val="E76A28"/>
              </a:buClr>
              <a:buSzPts val="1200"/>
              <a:buFont typeface="Nunito Light"/>
              <a:buAutoNum type="alphaLcPeriod"/>
              <a:defRPr/>
            </a:lvl2pPr>
            <a:lvl3pPr marL="1371600" lvl="2" indent="-304800" rtl="0">
              <a:lnSpc>
                <a:spcPct val="115000"/>
              </a:lnSpc>
              <a:spcBef>
                <a:spcPts val="0"/>
              </a:spcBef>
              <a:spcAft>
                <a:spcPts val="0"/>
              </a:spcAft>
              <a:buClr>
                <a:srgbClr val="E76A28"/>
              </a:buClr>
              <a:buSzPts val="1200"/>
              <a:buFont typeface="Nunito Light"/>
              <a:buAutoNum type="romanLcPeriod"/>
              <a:defRPr/>
            </a:lvl3pPr>
            <a:lvl4pPr marL="1828800" lvl="3" indent="-304800" rtl="0">
              <a:lnSpc>
                <a:spcPct val="115000"/>
              </a:lnSpc>
              <a:spcBef>
                <a:spcPts val="0"/>
              </a:spcBef>
              <a:spcAft>
                <a:spcPts val="0"/>
              </a:spcAft>
              <a:buClr>
                <a:srgbClr val="E76A28"/>
              </a:buClr>
              <a:buSzPts val="1200"/>
              <a:buFont typeface="Nunito Light"/>
              <a:buAutoNum type="arabicPeriod"/>
              <a:defRPr/>
            </a:lvl4pPr>
            <a:lvl5pPr marL="2286000" lvl="4" indent="-304800" rtl="0">
              <a:lnSpc>
                <a:spcPct val="115000"/>
              </a:lnSpc>
              <a:spcBef>
                <a:spcPts val="0"/>
              </a:spcBef>
              <a:spcAft>
                <a:spcPts val="0"/>
              </a:spcAft>
              <a:buClr>
                <a:srgbClr val="E76A28"/>
              </a:buClr>
              <a:buSzPts val="1200"/>
              <a:buFont typeface="Nunito Light"/>
              <a:buAutoNum type="alphaLcPeriod"/>
              <a:defRPr/>
            </a:lvl5pPr>
            <a:lvl6pPr marL="2743200" lvl="5" indent="-304800" rtl="0">
              <a:lnSpc>
                <a:spcPct val="115000"/>
              </a:lnSpc>
              <a:spcBef>
                <a:spcPts val="0"/>
              </a:spcBef>
              <a:spcAft>
                <a:spcPts val="0"/>
              </a:spcAft>
              <a:buClr>
                <a:srgbClr val="999999"/>
              </a:buClr>
              <a:buSzPts val="1200"/>
              <a:buFont typeface="Nunito Light"/>
              <a:buAutoNum type="romanLcPeriod"/>
              <a:defRPr/>
            </a:lvl6pPr>
            <a:lvl7pPr marL="3200400" lvl="6" indent="-304800" rtl="0">
              <a:lnSpc>
                <a:spcPct val="115000"/>
              </a:lnSpc>
              <a:spcBef>
                <a:spcPts val="0"/>
              </a:spcBef>
              <a:spcAft>
                <a:spcPts val="0"/>
              </a:spcAft>
              <a:buClr>
                <a:srgbClr val="999999"/>
              </a:buClr>
              <a:buSzPts val="1200"/>
              <a:buFont typeface="Nunito Light"/>
              <a:buAutoNum type="arabicPeriod"/>
              <a:defRPr/>
            </a:lvl7pPr>
            <a:lvl8pPr marL="3657600" lvl="7" indent="-304800" rtl="0">
              <a:lnSpc>
                <a:spcPct val="115000"/>
              </a:lnSpc>
              <a:spcBef>
                <a:spcPts val="0"/>
              </a:spcBef>
              <a:spcAft>
                <a:spcPts val="0"/>
              </a:spcAft>
              <a:buClr>
                <a:srgbClr val="999999"/>
              </a:buClr>
              <a:buSzPts val="1200"/>
              <a:buFont typeface="Nunito Light"/>
              <a:buAutoNum type="alphaLcPeriod"/>
              <a:defRPr/>
            </a:lvl8pPr>
            <a:lvl9pPr marL="4114800" lvl="8" indent="-304800" rtl="0">
              <a:lnSpc>
                <a:spcPct val="115000"/>
              </a:lnSpc>
              <a:spcBef>
                <a:spcPts val="0"/>
              </a:spcBef>
              <a:spcAft>
                <a:spcPts val="0"/>
              </a:spcAft>
              <a:buClr>
                <a:srgbClr val="999999"/>
              </a:buClr>
              <a:buSzPts val="1200"/>
              <a:buFont typeface="Nunito Light"/>
              <a:buAutoNum type="romanLcPeriod"/>
              <a:defRPr/>
            </a:lvl9pPr>
          </a:lstStyle>
          <a:p>
            <a:endParaRPr/>
          </a:p>
        </p:txBody>
      </p:sp>
      <p:sp>
        <p:nvSpPr>
          <p:cNvPr id="254" name="Google Shape;254;p7"/>
          <p:cNvSpPr>
            <a:spLocks noGrp="1"/>
          </p:cNvSpPr>
          <p:nvPr>
            <p:ph type="pic" idx="2"/>
          </p:nvPr>
        </p:nvSpPr>
        <p:spPr>
          <a:xfrm>
            <a:off x="994131" y="694950"/>
            <a:ext cx="2540700" cy="3753600"/>
          </a:xfrm>
          <a:prstGeom prst="rect">
            <a:avLst/>
          </a:prstGeom>
          <a:noFill/>
          <a:ln w="9525" cap="flat" cmpd="sng">
            <a:solidFill>
              <a:schemeClr val="dk1"/>
            </a:solidFill>
            <a:prstDash val="solid"/>
            <a:round/>
            <a:headEnd type="none" w="sm" len="sm"/>
            <a:tailEnd type="none" w="sm" len="sm"/>
          </a:ln>
        </p:spPr>
      </p:sp>
      <p:grpSp>
        <p:nvGrpSpPr>
          <p:cNvPr id="255" name="Google Shape;255;p7"/>
          <p:cNvGrpSpPr/>
          <p:nvPr/>
        </p:nvGrpSpPr>
        <p:grpSpPr>
          <a:xfrm>
            <a:off x="-1776656" y="986429"/>
            <a:ext cx="3025131" cy="1757025"/>
            <a:chOff x="-1776656" y="986429"/>
            <a:chExt cx="3025131" cy="1757025"/>
          </a:xfrm>
        </p:grpSpPr>
        <p:grpSp>
          <p:nvGrpSpPr>
            <p:cNvPr id="256" name="Google Shape;256;p7"/>
            <p:cNvGrpSpPr/>
            <p:nvPr/>
          </p:nvGrpSpPr>
          <p:grpSpPr>
            <a:xfrm>
              <a:off x="-1776656" y="986429"/>
              <a:ext cx="2590356" cy="1757025"/>
              <a:chOff x="-1776656" y="986429"/>
              <a:chExt cx="2590356" cy="1757025"/>
            </a:xfrm>
          </p:grpSpPr>
          <p:grpSp>
            <p:nvGrpSpPr>
              <p:cNvPr id="257" name="Google Shape;257;p7"/>
              <p:cNvGrpSpPr/>
              <p:nvPr/>
            </p:nvGrpSpPr>
            <p:grpSpPr>
              <a:xfrm flipH="1">
                <a:off x="-1776656" y="986429"/>
                <a:ext cx="2590356" cy="1757025"/>
                <a:chOff x="2280775" y="570800"/>
                <a:chExt cx="1702725" cy="1154950"/>
              </a:xfrm>
            </p:grpSpPr>
            <p:sp>
              <p:nvSpPr>
                <p:cNvPr id="258" name="Google Shape;258;p7"/>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7"/>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7"/>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7"/>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7"/>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7"/>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7"/>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7"/>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7"/>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7"/>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7"/>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7"/>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7"/>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7"/>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7"/>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7"/>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7"/>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7"/>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7"/>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7"/>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7"/>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7"/>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7"/>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7"/>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7"/>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7"/>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 name="Google Shape;284;p7"/>
              <p:cNvSpPr/>
              <p:nvPr/>
            </p:nvSpPr>
            <p:spPr>
              <a:xfrm flipH="1">
                <a:off x="-621102" y="1681604"/>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pic>
          <p:nvPicPr>
            <p:cNvPr id="285" name="Google Shape;285;p7"/>
            <p:cNvPicPr preferRelativeResize="0"/>
            <p:nvPr/>
          </p:nvPicPr>
          <p:blipFill>
            <a:blip r:embed="rId3">
              <a:alphaModFix amt="40000"/>
            </a:blip>
            <a:stretch>
              <a:fillRect/>
            </a:stretch>
          </p:blipFill>
          <p:spPr>
            <a:xfrm>
              <a:off x="71125" y="1276263"/>
              <a:ext cx="1177350" cy="1177350"/>
            </a:xfrm>
            <a:prstGeom prst="rect">
              <a:avLst/>
            </a:prstGeom>
            <a:noFill/>
            <a:ln>
              <a:noFill/>
            </a:ln>
          </p:spPr>
        </p:pic>
      </p:grpSp>
      <p:grpSp>
        <p:nvGrpSpPr>
          <p:cNvPr id="286" name="Google Shape;286;p7"/>
          <p:cNvGrpSpPr/>
          <p:nvPr/>
        </p:nvGrpSpPr>
        <p:grpSpPr>
          <a:xfrm>
            <a:off x="7706000" y="3177613"/>
            <a:ext cx="1582102" cy="3138965"/>
            <a:chOff x="7706000" y="3177613"/>
            <a:chExt cx="1582102" cy="3138965"/>
          </a:xfrm>
        </p:grpSpPr>
        <p:grpSp>
          <p:nvGrpSpPr>
            <p:cNvPr id="287" name="Google Shape;287;p7"/>
            <p:cNvGrpSpPr/>
            <p:nvPr/>
          </p:nvGrpSpPr>
          <p:grpSpPr>
            <a:xfrm flipH="1">
              <a:off x="8246887" y="3744934"/>
              <a:ext cx="1041216" cy="2571644"/>
              <a:chOff x="4709050" y="974800"/>
              <a:chExt cx="684425" cy="1690425"/>
            </a:xfrm>
          </p:grpSpPr>
          <p:sp>
            <p:nvSpPr>
              <p:cNvPr id="288" name="Google Shape;288;p7"/>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7"/>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7"/>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7"/>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7"/>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7"/>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7"/>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7"/>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7"/>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7"/>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7"/>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7"/>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7"/>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7"/>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7"/>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7"/>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7"/>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7"/>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7"/>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7"/>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9" name="Google Shape;309;p7"/>
            <p:cNvPicPr preferRelativeResize="0"/>
            <p:nvPr/>
          </p:nvPicPr>
          <p:blipFill>
            <a:blip r:embed="rId3">
              <a:alphaModFix amt="40000"/>
            </a:blip>
            <a:stretch>
              <a:fillRect/>
            </a:stretch>
          </p:blipFill>
          <p:spPr>
            <a:xfrm>
              <a:off x="7772900" y="3177613"/>
              <a:ext cx="1177350" cy="1177350"/>
            </a:xfrm>
            <a:prstGeom prst="rect">
              <a:avLst/>
            </a:prstGeom>
            <a:noFill/>
            <a:ln>
              <a:noFill/>
            </a:ln>
          </p:spPr>
        </p:pic>
        <p:pic>
          <p:nvPicPr>
            <p:cNvPr id="310" name="Google Shape;310;p7"/>
            <p:cNvPicPr preferRelativeResize="0"/>
            <p:nvPr/>
          </p:nvPicPr>
          <p:blipFill>
            <a:blip r:embed="rId3">
              <a:alphaModFix amt="40000"/>
            </a:blip>
            <a:stretch>
              <a:fillRect/>
            </a:stretch>
          </p:blipFill>
          <p:spPr>
            <a:xfrm>
              <a:off x="7706000" y="4077138"/>
              <a:ext cx="1177350" cy="1177350"/>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11"/>
        <p:cNvGrpSpPr/>
        <p:nvPr/>
      </p:nvGrpSpPr>
      <p:grpSpPr>
        <a:xfrm>
          <a:off x="0" y="0"/>
          <a:ext cx="0" cy="0"/>
          <a:chOff x="0" y="0"/>
          <a:chExt cx="0" cy="0"/>
        </a:xfrm>
      </p:grpSpPr>
      <p:pic>
        <p:nvPicPr>
          <p:cNvPr id="312" name="Google Shape;312;p8"/>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313" name="Google Shape;313;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grpSp>
        <p:nvGrpSpPr>
          <p:cNvPr id="314" name="Google Shape;314;p8"/>
          <p:cNvGrpSpPr/>
          <p:nvPr/>
        </p:nvGrpSpPr>
        <p:grpSpPr>
          <a:xfrm>
            <a:off x="126425" y="3058850"/>
            <a:ext cx="1694475" cy="3126028"/>
            <a:chOff x="126425" y="3058850"/>
            <a:chExt cx="1694475" cy="3126028"/>
          </a:xfrm>
        </p:grpSpPr>
        <p:grpSp>
          <p:nvGrpSpPr>
            <p:cNvPr id="315" name="Google Shape;315;p8"/>
            <p:cNvGrpSpPr/>
            <p:nvPr/>
          </p:nvGrpSpPr>
          <p:grpSpPr>
            <a:xfrm>
              <a:off x="256564" y="3613234"/>
              <a:ext cx="1041216" cy="2571644"/>
              <a:chOff x="4709050" y="974800"/>
              <a:chExt cx="684425" cy="1690425"/>
            </a:xfrm>
          </p:grpSpPr>
          <p:sp>
            <p:nvSpPr>
              <p:cNvPr id="316" name="Google Shape;316;p8"/>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8"/>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8"/>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8"/>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8"/>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8"/>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8"/>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8"/>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8"/>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8"/>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8"/>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8"/>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8"/>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8"/>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8"/>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8"/>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8"/>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8"/>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8"/>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8"/>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8"/>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37" name="Google Shape;337;p8"/>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338" name="Google Shape;338;p8"/>
            <p:cNvPicPr preferRelativeResize="0"/>
            <p:nvPr/>
          </p:nvPicPr>
          <p:blipFill>
            <a:blip r:embed="rId3">
              <a:alphaModFix amt="40000"/>
            </a:blip>
            <a:stretch>
              <a:fillRect/>
            </a:stretch>
          </p:blipFill>
          <p:spPr>
            <a:xfrm>
              <a:off x="643550" y="3923175"/>
              <a:ext cx="1177350" cy="1177350"/>
            </a:xfrm>
            <a:prstGeom prst="rect">
              <a:avLst/>
            </a:prstGeom>
            <a:noFill/>
            <a:ln>
              <a:noFill/>
            </a:ln>
          </p:spPr>
        </p:pic>
        <p:pic>
          <p:nvPicPr>
            <p:cNvPr id="339" name="Google Shape;339;p8"/>
            <p:cNvPicPr preferRelativeResize="0"/>
            <p:nvPr/>
          </p:nvPicPr>
          <p:blipFill>
            <a:blip r:embed="rId3">
              <a:alphaModFix amt="40000"/>
            </a:blip>
            <a:stretch>
              <a:fillRect/>
            </a:stretch>
          </p:blipFill>
          <p:spPr>
            <a:xfrm>
              <a:off x="126425" y="4310375"/>
              <a:ext cx="1177350" cy="1177350"/>
            </a:xfrm>
            <a:prstGeom prst="rect">
              <a:avLst/>
            </a:prstGeom>
            <a:noFill/>
            <a:ln>
              <a:noFill/>
            </a:ln>
          </p:spPr>
        </p:pic>
      </p:grpSp>
      <p:grpSp>
        <p:nvGrpSpPr>
          <p:cNvPr id="340" name="Google Shape;340;p8"/>
          <p:cNvGrpSpPr/>
          <p:nvPr/>
        </p:nvGrpSpPr>
        <p:grpSpPr>
          <a:xfrm>
            <a:off x="7114525" y="-120600"/>
            <a:ext cx="3487326" cy="2515170"/>
            <a:chOff x="7114525" y="-120600"/>
            <a:chExt cx="3487326" cy="2515170"/>
          </a:xfrm>
        </p:grpSpPr>
        <p:grpSp>
          <p:nvGrpSpPr>
            <p:cNvPr id="341" name="Google Shape;341;p8"/>
            <p:cNvGrpSpPr/>
            <p:nvPr/>
          </p:nvGrpSpPr>
          <p:grpSpPr>
            <a:xfrm>
              <a:off x="7467304" y="268423"/>
              <a:ext cx="3134546" cy="2126147"/>
              <a:chOff x="2280775" y="570800"/>
              <a:chExt cx="1702725" cy="1154950"/>
            </a:xfrm>
          </p:grpSpPr>
          <p:sp>
            <p:nvSpPr>
              <p:cNvPr id="342" name="Google Shape;342;p8"/>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8"/>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8"/>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8"/>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8"/>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8"/>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8"/>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8"/>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8"/>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8"/>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8"/>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8"/>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8"/>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8"/>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8"/>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8"/>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8"/>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8"/>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8"/>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8"/>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8"/>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8"/>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8"/>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8"/>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8"/>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8"/>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68" name="Google Shape;368;p8"/>
            <p:cNvPicPr preferRelativeResize="0"/>
            <p:nvPr/>
          </p:nvPicPr>
          <p:blipFill>
            <a:blip r:embed="rId3">
              <a:alphaModFix amt="40000"/>
            </a:blip>
            <a:stretch>
              <a:fillRect/>
            </a:stretch>
          </p:blipFill>
          <p:spPr>
            <a:xfrm>
              <a:off x="7114525" y="742825"/>
              <a:ext cx="1177350" cy="1177350"/>
            </a:xfrm>
            <a:prstGeom prst="rect">
              <a:avLst/>
            </a:prstGeom>
            <a:noFill/>
            <a:ln>
              <a:noFill/>
            </a:ln>
          </p:spPr>
        </p:pic>
        <p:pic>
          <p:nvPicPr>
            <p:cNvPr id="369" name="Google Shape;369;p8"/>
            <p:cNvPicPr preferRelativeResize="0"/>
            <p:nvPr/>
          </p:nvPicPr>
          <p:blipFill>
            <a:blip r:embed="rId3">
              <a:alphaModFix amt="40000"/>
            </a:blip>
            <a:stretch>
              <a:fillRect/>
            </a:stretch>
          </p:blipFill>
          <p:spPr>
            <a:xfrm>
              <a:off x="7902550" y="-120600"/>
              <a:ext cx="1177350" cy="1177350"/>
            </a:xfrm>
            <a:prstGeom prst="rect">
              <a:avLst/>
            </a:prstGeom>
            <a:noFill/>
            <a:ln>
              <a:noFill/>
            </a:ln>
          </p:spPr>
        </p:pic>
        <p:pic>
          <p:nvPicPr>
            <p:cNvPr id="370" name="Google Shape;370;p8"/>
            <p:cNvPicPr preferRelativeResize="0"/>
            <p:nvPr/>
          </p:nvPicPr>
          <p:blipFill>
            <a:blip r:embed="rId3">
              <a:alphaModFix amt="40000"/>
            </a:blip>
            <a:stretch>
              <a:fillRect/>
            </a:stretch>
          </p:blipFill>
          <p:spPr>
            <a:xfrm>
              <a:off x="8073525" y="1016825"/>
              <a:ext cx="1177350" cy="1177350"/>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1"/>
        <p:cNvGrpSpPr/>
        <p:nvPr/>
      </p:nvGrpSpPr>
      <p:grpSpPr>
        <a:xfrm>
          <a:off x="0" y="0"/>
          <a:ext cx="0" cy="0"/>
          <a:chOff x="0" y="0"/>
          <a:chExt cx="0" cy="0"/>
        </a:xfrm>
      </p:grpSpPr>
      <p:pic>
        <p:nvPicPr>
          <p:cNvPr id="372" name="Google Shape;372;p9"/>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373" name="Google Shape;373;p9"/>
          <p:cNvSpPr txBox="1">
            <a:spLocks noGrp="1"/>
          </p:cNvSpPr>
          <p:nvPr>
            <p:ph type="title"/>
          </p:nvPr>
        </p:nvSpPr>
        <p:spPr>
          <a:xfrm>
            <a:off x="2241450" y="1583838"/>
            <a:ext cx="4661100" cy="981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74" name="Google Shape;374;p9"/>
          <p:cNvSpPr txBox="1">
            <a:spLocks noGrp="1"/>
          </p:cNvSpPr>
          <p:nvPr>
            <p:ph type="subTitle" idx="1"/>
          </p:nvPr>
        </p:nvSpPr>
        <p:spPr>
          <a:xfrm>
            <a:off x="2241450" y="2565163"/>
            <a:ext cx="4661100" cy="9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160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grpSp>
        <p:nvGrpSpPr>
          <p:cNvPr id="375" name="Google Shape;375;p9"/>
          <p:cNvGrpSpPr/>
          <p:nvPr/>
        </p:nvGrpSpPr>
        <p:grpSpPr>
          <a:xfrm>
            <a:off x="-1684333" y="361707"/>
            <a:ext cx="3490358" cy="1733468"/>
            <a:chOff x="-1684333" y="361707"/>
            <a:chExt cx="3490358" cy="1733468"/>
          </a:xfrm>
        </p:grpSpPr>
        <p:grpSp>
          <p:nvGrpSpPr>
            <p:cNvPr id="376" name="Google Shape;376;p9"/>
            <p:cNvGrpSpPr/>
            <p:nvPr/>
          </p:nvGrpSpPr>
          <p:grpSpPr>
            <a:xfrm>
              <a:off x="-1684333" y="361707"/>
              <a:ext cx="2907181" cy="1177348"/>
              <a:chOff x="2442775" y="3274750"/>
              <a:chExt cx="1690025" cy="684425"/>
            </a:xfrm>
          </p:grpSpPr>
          <p:sp>
            <p:nvSpPr>
              <p:cNvPr id="377" name="Google Shape;377;p9"/>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9"/>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9"/>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9"/>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9"/>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9"/>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9"/>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9"/>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9"/>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9"/>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9"/>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9"/>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9"/>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9"/>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9"/>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9"/>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98" name="Google Shape;398;p9"/>
            <p:cNvPicPr preferRelativeResize="0"/>
            <p:nvPr/>
          </p:nvPicPr>
          <p:blipFill>
            <a:blip r:embed="rId3">
              <a:alphaModFix amt="40000"/>
            </a:blip>
            <a:stretch>
              <a:fillRect/>
            </a:stretch>
          </p:blipFill>
          <p:spPr>
            <a:xfrm>
              <a:off x="628675" y="761700"/>
              <a:ext cx="1177350" cy="1177350"/>
            </a:xfrm>
            <a:prstGeom prst="rect">
              <a:avLst/>
            </a:prstGeom>
            <a:noFill/>
            <a:ln>
              <a:noFill/>
            </a:ln>
          </p:spPr>
        </p:pic>
        <p:pic>
          <p:nvPicPr>
            <p:cNvPr id="399" name="Google Shape;399;p9"/>
            <p:cNvPicPr preferRelativeResize="0"/>
            <p:nvPr/>
          </p:nvPicPr>
          <p:blipFill>
            <a:blip r:embed="rId3">
              <a:alphaModFix amt="40000"/>
            </a:blip>
            <a:stretch>
              <a:fillRect/>
            </a:stretch>
          </p:blipFill>
          <p:spPr>
            <a:xfrm>
              <a:off x="-337750" y="917825"/>
              <a:ext cx="1177350" cy="1177350"/>
            </a:xfrm>
            <a:prstGeom prst="rect">
              <a:avLst/>
            </a:prstGeom>
            <a:noFill/>
            <a:ln>
              <a:noFill/>
            </a:ln>
          </p:spPr>
        </p:pic>
      </p:grpSp>
      <p:grpSp>
        <p:nvGrpSpPr>
          <p:cNvPr id="400" name="Google Shape;400;p9"/>
          <p:cNvGrpSpPr/>
          <p:nvPr/>
        </p:nvGrpSpPr>
        <p:grpSpPr>
          <a:xfrm>
            <a:off x="7323150" y="3559675"/>
            <a:ext cx="4020937" cy="1950500"/>
            <a:chOff x="7323150" y="3559675"/>
            <a:chExt cx="4020937" cy="1950500"/>
          </a:xfrm>
        </p:grpSpPr>
        <p:grpSp>
          <p:nvGrpSpPr>
            <p:cNvPr id="401" name="Google Shape;401;p9"/>
            <p:cNvGrpSpPr/>
            <p:nvPr/>
          </p:nvGrpSpPr>
          <p:grpSpPr>
            <a:xfrm>
              <a:off x="7802532" y="3702559"/>
              <a:ext cx="3541556" cy="1323917"/>
              <a:chOff x="2133050" y="2071900"/>
              <a:chExt cx="2132825" cy="797300"/>
            </a:xfrm>
          </p:grpSpPr>
          <p:sp>
            <p:nvSpPr>
              <p:cNvPr id="402" name="Google Shape;402;p9"/>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9"/>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9"/>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9"/>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9"/>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9"/>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9"/>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9"/>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9"/>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9"/>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9"/>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9"/>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9"/>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9"/>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9"/>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9"/>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9"/>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9"/>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9"/>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9"/>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9"/>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32" name="Google Shape;432;p9"/>
            <p:cNvPicPr preferRelativeResize="0"/>
            <p:nvPr/>
          </p:nvPicPr>
          <p:blipFill>
            <a:blip r:embed="rId3">
              <a:alphaModFix amt="40000"/>
            </a:blip>
            <a:stretch>
              <a:fillRect/>
            </a:stretch>
          </p:blipFill>
          <p:spPr>
            <a:xfrm>
              <a:off x="7323150" y="4207425"/>
              <a:ext cx="1177350" cy="1177350"/>
            </a:xfrm>
            <a:prstGeom prst="rect">
              <a:avLst/>
            </a:prstGeom>
            <a:noFill/>
            <a:ln>
              <a:noFill/>
            </a:ln>
          </p:spPr>
        </p:pic>
        <p:pic>
          <p:nvPicPr>
            <p:cNvPr id="433" name="Google Shape;433;p9"/>
            <p:cNvPicPr preferRelativeResize="0"/>
            <p:nvPr/>
          </p:nvPicPr>
          <p:blipFill>
            <a:blip r:embed="rId3">
              <a:alphaModFix amt="40000"/>
            </a:blip>
            <a:stretch>
              <a:fillRect/>
            </a:stretch>
          </p:blipFill>
          <p:spPr>
            <a:xfrm>
              <a:off x="8282150" y="3559675"/>
              <a:ext cx="1177350" cy="1177350"/>
            </a:xfrm>
            <a:prstGeom prst="rect">
              <a:avLst/>
            </a:prstGeom>
            <a:noFill/>
            <a:ln>
              <a:noFill/>
            </a:ln>
          </p:spPr>
        </p:pic>
        <p:pic>
          <p:nvPicPr>
            <p:cNvPr id="434" name="Google Shape;434;p9"/>
            <p:cNvPicPr preferRelativeResize="0"/>
            <p:nvPr/>
          </p:nvPicPr>
          <p:blipFill>
            <a:blip r:embed="rId3">
              <a:alphaModFix amt="40000"/>
            </a:blip>
            <a:stretch>
              <a:fillRect/>
            </a:stretch>
          </p:blipFill>
          <p:spPr>
            <a:xfrm>
              <a:off x="8363950" y="4332825"/>
              <a:ext cx="1177350" cy="1177350"/>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35"/>
        <p:cNvGrpSpPr/>
        <p:nvPr/>
      </p:nvGrpSpPr>
      <p:grpSpPr>
        <a:xfrm>
          <a:off x="0" y="0"/>
          <a:ext cx="0" cy="0"/>
          <a:chOff x="0" y="0"/>
          <a:chExt cx="0" cy="0"/>
        </a:xfrm>
      </p:grpSpPr>
      <p:pic>
        <p:nvPicPr>
          <p:cNvPr id="436" name="Google Shape;436;p10"/>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437" name="Google Shape;437;p10"/>
          <p:cNvSpPr txBox="1">
            <a:spLocks noGrp="1"/>
          </p:cNvSpPr>
          <p:nvPr>
            <p:ph type="title"/>
          </p:nvPr>
        </p:nvSpPr>
        <p:spPr>
          <a:xfrm>
            <a:off x="720000" y="2285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38" name="Google Shape;438;p10"/>
          <p:cNvGrpSpPr/>
          <p:nvPr/>
        </p:nvGrpSpPr>
        <p:grpSpPr>
          <a:xfrm>
            <a:off x="-1642006" y="-243575"/>
            <a:ext cx="3539356" cy="2528970"/>
            <a:chOff x="-1642006" y="-243575"/>
            <a:chExt cx="3539356" cy="2528970"/>
          </a:xfrm>
        </p:grpSpPr>
        <p:grpSp>
          <p:nvGrpSpPr>
            <p:cNvPr id="439" name="Google Shape;439;p10"/>
            <p:cNvGrpSpPr/>
            <p:nvPr/>
          </p:nvGrpSpPr>
          <p:grpSpPr>
            <a:xfrm flipH="1">
              <a:off x="-1642006" y="159248"/>
              <a:ext cx="3134546" cy="2126147"/>
              <a:chOff x="2280775" y="570800"/>
              <a:chExt cx="1702725" cy="1154950"/>
            </a:xfrm>
          </p:grpSpPr>
          <p:sp>
            <p:nvSpPr>
              <p:cNvPr id="440" name="Google Shape;440;p10"/>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0"/>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0"/>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0"/>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0"/>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0"/>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0"/>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0"/>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0"/>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0"/>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0"/>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0"/>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0"/>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0"/>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0"/>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0"/>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0"/>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0"/>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0"/>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0"/>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0"/>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0"/>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0"/>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10"/>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0"/>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0"/>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66" name="Google Shape;466;p10"/>
            <p:cNvPicPr preferRelativeResize="0"/>
            <p:nvPr/>
          </p:nvPicPr>
          <p:blipFill>
            <a:blip r:embed="rId3">
              <a:alphaModFix amt="40000"/>
            </a:blip>
            <a:stretch>
              <a:fillRect/>
            </a:stretch>
          </p:blipFill>
          <p:spPr>
            <a:xfrm>
              <a:off x="-293125" y="888100"/>
              <a:ext cx="1177350" cy="1177350"/>
            </a:xfrm>
            <a:prstGeom prst="rect">
              <a:avLst/>
            </a:prstGeom>
            <a:noFill/>
            <a:ln>
              <a:noFill/>
            </a:ln>
          </p:spPr>
        </p:pic>
        <p:pic>
          <p:nvPicPr>
            <p:cNvPr id="467" name="Google Shape;467;p10"/>
            <p:cNvPicPr preferRelativeResize="0"/>
            <p:nvPr/>
          </p:nvPicPr>
          <p:blipFill>
            <a:blip r:embed="rId3">
              <a:alphaModFix amt="40000"/>
            </a:blip>
            <a:stretch>
              <a:fillRect/>
            </a:stretch>
          </p:blipFill>
          <p:spPr>
            <a:xfrm>
              <a:off x="720000" y="633650"/>
              <a:ext cx="1177350" cy="1177350"/>
            </a:xfrm>
            <a:prstGeom prst="rect">
              <a:avLst/>
            </a:prstGeom>
            <a:noFill/>
            <a:ln>
              <a:noFill/>
            </a:ln>
          </p:spPr>
        </p:pic>
        <p:pic>
          <p:nvPicPr>
            <p:cNvPr id="468" name="Google Shape;468;p10"/>
            <p:cNvPicPr preferRelativeResize="0"/>
            <p:nvPr/>
          </p:nvPicPr>
          <p:blipFill>
            <a:blip r:embed="rId3">
              <a:alphaModFix amt="40000"/>
            </a:blip>
            <a:stretch>
              <a:fillRect/>
            </a:stretch>
          </p:blipFill>
          <p:spPr>
            <a:xfrm>
              <a:off x="0" y="-243575"/>
              <a:ext cx="1177350" cy="1177350"/>
            </a:xfrm>
            <a:prstGeom prst="rect">
              <a:avLst/>
            </a:prstGeom>
            <a:noFill/>
            <a:ln>
              <a:noFill/>
            </a:ln>
          </p:spPr>
        </p:pic>
      </p:grpSp>
      <p:grpSp>
        <p:nvGrpSpPr>
          <p:cNvPr id="469" name="Google Shape;469;p10"/>
          <p:cNvGrpSpPr/>
          <p:nvPr/>
        </p:nvGrpSpPr>
        <p:grpSpPr>
          <a:xfrm>
            <a:off x="7370500" y="2551650"/>
            <a:ext cx="1600406" cy="3176028"/>
            <a:chOff x="7370500" y="2551650"/>
            <a:chExt cx="1600406" cy="3176028"/>
          </a:xfrm>
        </p:grpSpPr>
        <p:grpSp>
          <p:nvGrpSpPr>
            <p:cNvPr id="470" name="Google Shape;470;p10"/>
            <p:cNvGrpSpPr/>
            <p:nvPr/>
          </p:nvGrpSpPr>
          <p:grpSpPr>
            <a:xfrm flipH="1">
              <a:off x="7929690" y="3156034"/>
              <a:ext cx="1041216" cy="2571644"/>
              <a:chOff x="4709050" y="974800"/>
              <a:chExt cx="684425" cy="1690425"/>
            </a:xfrm>
          </p:grpSpPr>
          <p:sp>
            <p:nvSpPr>
              <p:cNvPr id="471" name="Google Shape;471;p10"/>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0"/>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0"/>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0"/>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0"/>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0"/>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0"/>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0"/>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0"/>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0"/>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0"/>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0"/>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0"/>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0"/>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0"/>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0"/>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0"/>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0"/>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0"/>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0"/>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0"/>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2" name="Google Shape;492;p10"/>
            <p:cNvPicPr preferRelativeResize="0"/>
            <p:nvPr/>
          </p:nvPicPr>
          <p:blipFill>
            <a:blip r:embed="rId3">
              <a:alphaModFix amt="40000"/>
            </a:blip>
            <a:stretch>
              <a:fillRect/>
            </a:stretch>
          </p:blipFill>
          <p:spPr>
            <a:xfrm>
              <a:off x="7508525" y="2551650"/>
              <a:ext cx="1177350" cy="1177350"/>
            </a:xfrm>
            <a:prstGeom prst="rect">
              <a:avLst/>
            </a:prstGeom>
            <a:noFill/>
            <a:ln>
              <a:noFill/>
            </a:ln>
          </p:spPr>
        </p:pic>
        <p:pic>
          <p:nvPicPr>
            <p:cNvPr id="493" name="Google Shape;493;p10"/>
            <p:cNvPicPr preferRelativeResize="0"/>
            <p:nvPr/>
          </p:nvPicPr>
          <p:blipFill>
            <a:blip r:embed="rId3">
              <a:alphaModFix amt="40000"/>
            </a:blip>
            <a:stretch>
              <a:fillRect/>
            </a:stretch>
          </p:blipFill>
          <p:spPr>
            <a:xfrm>
              <a:off x="7370500" y="3503225"/>
              <a:ext cx="1177350" cy="1177350"/>
            </a:xfrm>
            <a:prstGeom prst="rect">
              <a:avLst/>
            </a:prstGeom>
            <a:noFill/>
            <a:ln>
              <a:noFill/>
            </a:ln>
          </p:spPr>
        </p:pic>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94"/>
        <p:cNvGrpSpPr/>
        <p:nvPr/>
      </p:nvGrpSpPr>
      <p:grpSpPr>
        <a:xfrm>
          <a:off x="0" y="0"/>
          <a:ext cx="0" cy="0"/>
          <a:chOff x="0" y="0"/>
          <a:chExt cx="0" cy="0"/>
        </a:xfrm>
      </p:grpSpPr>
      <p:pic>
        <p:nvPicPr>
          <p:cNvPr id="495" name="Google Shape;495;p11"/>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496" name="Google Shape;496;p11"/>
          <p:cNvSpPr txBox="1">
            <a:spLocks noGrp="1"/>
          </p:cNvSpPr>
          <p:nvPr>
            <p:ph type="title" hasCustomPrompt="1"/>
          </p:nvPr>
        </p:nvSpPr>
        <p:spPr>
          <a:xfrm>
            <a:off x="2159550" y="1527013"/>
            <a:ext cx="4824900" cy="117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497" name="Google Shape;497;p11"/>
          <p:cNvSpPr txBox="1">
            <a:spLocks noGrp="1"/>
          </p:cNvSpPr>
          <p:nvPr>
            <p:ph type="subTitle" idx="1"/>
          </p:nvPr>
        </p:nvSpPr>
        <p:spPr>
          <a:xfrm>
            <a:off x="2159550" y="3051213"/>
            <a:ext cx="4824900" cy="40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sz="1400"/>
            </a:lvl2pPr>
            <a:lvl3pPr lvl="2" algn="ctr" rtl="0">
              <a:lnSpc>
                <a:spcPct val="100000"/>
              </a:lnSpc>
              <a:spcBef>
                <a:spcPts val="0"/>
              </a:spcBef>
              <a:spcAft>
                <a:spcPts val="0"/>
              </a:spcAft>
              <a:buSzPts val="1400"/>
              <a:buNone/>
              <a:defRPr sz="1400"/>
            </a:lvl3pPr>
            <a:lvl4pPr lvl="3" algn="ctr" rtl="0">
              <a:lnSpc>
                <a:spcPct val="100000"/>
              </a:lnSpc>
              <a:spcBef>
                <a:spcPts val="0"/>
              </a:spcBef>
              <a:spcAft>
                <a:spcPts val="0"/>
              </a:spcAft>
              <a:buSzPts val="1400"/>
              <a:buNone/>
              <a:defRPr sz="1400"/>
            </a:lvl4pPr>
            <a:lvl5pPr lvl="4" algn="ctr" rtl="0">
              <a:lnSpc>
                <a:spcPct val="100000"/>
              </a:lnSpc>
              <a:spcBef>
                <a:spcPts val="0"/>
              </a:spcBef>
              <a:spcAft>
                <a:spcPts val="0"/>
              </a:spcAft>
              <a:buSzPts val="1400"/>
              <a:buNone/>
              <a:defRPr sz="1400"/>
            </a:lvl5pPr>
            <a:lvl6pPr lvl="5" algn="ctr" rtl="0">
              <a:lnSpc>
                <a:spcPct val="100000"/>
              </a:lnSpc>
              <a:spcBef>
                <a:spcPts val="0"/>
              </a:spcBef>
              <a:spcAft>
                <a:spcPts val="0"/>
              </a:spcAft>
              <a:buSzPts val="1400"/>
              <a:buNone/>
              <a:defRPr sz="1400"/>
            </a:lvl6pPr>
            <a:lvl7pPr lvl="6" algn="ctr" rtl="0">
              <a:lnSpc>
                <a:spcPct val="100000"/>
              </a:lnSpc>
              <a:spcBef>
                <a:spcPts val="0"/>
              </a:spcBef>
              <a:spcAft>
                <a:spcPts val="0"/>
              </a:spcAft>
              <a:buSzPts val="1400"/>
              <a:buNone/>
              <a:defRPr sz="1400"/>
            </a:lvl7pPr>
            <a:lvl8pPr lvl="7" algn="ctr" rtl="0">
              <a:lnSpc>
                <a:spcPct val="100000"/>
              </a:lnSpc>
              <a:spcBef>
                <a:spcPts val="0"/>
              </a:spcBef>
              <a:spcAft>
                <a:spcPts val="0"/>
              </a:spcAft>
              <a:buSzPts val="1400"/>
              <a:buNone/>
              <a:defRPr sz="1400"/>
            </a:lvl8pPr>
            <a:lvl9pPr lvl="8" algn="ctr" rtl="0">
              <a:lnSpc>
                <a:spcPct val="100000"/>
              </a:lnSpc>
              <a:spcBef>
                <a:spcPts val="0"/>
              </a:spcBef>
              <a:spcAft>
                <a:spcPts val="0"/>
              </a:spcAft>
              <a:buSzPts val="1400"/>
              <a:buNone/>
              <a:defRPr sz="1400"/>
            </a:lvl9pPr>
          </a:lstStyle>
          <a:p>
            <a:endParaRPr/>
          </a:p>
        </p:txBody>
      </p:sp>
      <p:grpSp>
        <p:nvGrpSpPr>
          <p:cNvPr id="498" name="Google Shape;498;p11"/>
          <p:cNvGrpSpPr/>
          <p:nvPr/>
        </p:nvGrpSpPr>
        <p:grpSpPr>
          <a:xfrm>
            <a:off x="-1684333" y="361707"/>
            <a:ext cx="3475508" cy="1748318"/>
            <a:chOff x="-1684333" y="361707"/>
            <a:chExt cx="3475508" cy="1748318"/>
          </a:xfrm>
        </p:grpSpPr>
        <p:grpSp>
          <p:nvGrpSpPr>
            <p:cNvPr id="499" name="Google Shape;499;p11"/>
            <p:cNvGrpSpPr/>
            <p:nvPr/>
          </p:nvGrpSpPr>
          <p:grpSpPr>
            <a:xfrm>
              <a:off x="-1684333" y="361707"/>
              <a:ext cx="2907181" cy="1177348"/>
              <a:chOff x="2442775" y="3274750"/>
              <a:chExt cx="1690025" cy="684425"/>
            </a:xfrm>
          </p:grpSpPr>
          <p:sp>
            <p:nvSpPr>
              <p:cNvPr id="500" name="Google Shape;500;p11"/>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1"/>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1"/>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1"/>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1"/>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1"/>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1"/>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1"/>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1"/>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1"/>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1"/>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1"/>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1"/>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1"/>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1"/>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1"/>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1"/>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1"/>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11"/>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1"/>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1"/>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21" name="Google Shape;521;p11"/>
            <p:cNvPicPr preferRelativeResize="0"/>
            <p:nvPr/>
          </p:nvPicPr>
          <p:blipFill>
            <a:blip r:embed="rId3">
              <a:alphaModFix amt="40000"/>
            </a:blip>
            <a:stretch>
              <a:fillRect/>
            </a:stretch>
          </p:blipFill>
          <p:spPr>
            <a:xfrm>
              <a:off x="613825" y="746825"/>
              <a:ext cx="1177350" cy="1177350"/>
            </a:xfrm>
            <a:prstGeom prst="rect">
              <a:avLst/>
            </a:prstGeom>
            <a:noFill/>
            <a:ln>
              <a:noFill/>
            </a:ln>
          </p:spPr>
        </p:pic>
        <p:pic>
          <p:nvPicPr>
            <p:cNvPr id="522" name="Google Shape;522;p11"/>
            <p:cNvPicPr preferRelativeResize="0"/>
            <p:nvPr/>
          </p:nvPicPr>
          <p:blipFill>
            <a:blip r:embed="rId3">
              <a:alphaModFix amt="40000"/>
            </a:blip>
            <a:stretch>
              <a:fillRect/>
            </a:stretch>
          </p:blipFill>
          <p:spPr>
            <a:xfrm>
              <a:off x="-315425" y="932675"/>
              <a:ext cx="1177350" cy="1177350"/>
            </a:xfrm>
            <a:prstGeom prst="rect">
              <a:avLst/>
            </a:prstGeom>
            <a:noFill/>
            <a:ln>
              <a:noFill/>
            </a:ln>
          </p:spPr>
        </p:pic>
        <p:pic>
          <p:nvPicPr>
            <p:cNvPr id="523" name="Google Shape;523;p11"/>
            <p:cNvPicPr preferRelativeResize="0"/>
            <p:nvPr/>
          </p:nvPicPr>
          <p:blipFill>
            <a:blip r:embed="rId3">
              <a:alphaModFix amt="40000"/>
            </a:blip>
            <a:stretch>
              <a:fillRect/>
            </a:stretch>
          </p:blipFill>
          <p:spPr>
            <a:xfrm>
              <a:off x="-129575" y="421175"/>
              <a:ext cx="1177350" cy="1177350"/>
            </a:xfrm>
            <a:prstGeom prst="rect">
              <a:avLst/>
            </a:prstGeom>
            <a:noFill/>
            <a:ln>
              <a:noFill/>
            </a:ln>
          </p:spPr>
        </p:pic>
      </p:grpSp>
      <p:grpSp>
        <p:nvGrpSpPr>
          <p:cNvPr id="524" name="Google Shape;524;p11"/>
          <p:cNvGrpSpPr/>
          <p:nvPr/>
        </p:nvGrpSpPr>
        <p:grpSpPr>
          <a:xfrm>
            <a:off x="7315700" y="3550475"/>
            <a:ext cx="4028387" cy="1908650"/>
            <a:chOff x="7315700" y="3550475"/>
            <a:chExt cx="4028387" cy="1908650"/>
          </a:xfrm>
        </p:grpSpPr>
        <p:grpSp>
          <p:nvGrpSpPr>
            <p:cNvPr id="525" name="Google Shape;525;p11"/>
            <p:cNvGrpSpPr/>
            <p:nvPr/>
          </p:nvGrpSpPr>
          <p:grpSpPr>
            <a:xfrm>
              <a:off x="7802532" y="3702559"/>
              <a:ext cx="3541556" cy="1323917"/>
              <a:chOff x="2133050" y="2071900"/>
              <a:chExt cx="2132825" cy="797300"/>
            </a:xfrm>
          </p:grpSpPr>
          <p:sp>
            <p:nvSpPr>
              <p:cNvPr id="526" name="Google Shape;526;p11"/>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1"/>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1"/>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1"/>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1"/>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1"/>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1"/>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1"/>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1"/>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1"/>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1"/>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1"/>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1"/>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1"/>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1"/>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1"/>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1"/>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1"/>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1"/>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11"/>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1"/>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11"/>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1"/>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1"/>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1"/>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1"/>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1"/>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1"/>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1"/>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1"/>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56" name="Google Shape;556;p11"/>
            <p:cNvPicPr preferRelativeResize="0"/>
            <p:nvPr/>
          </p:nvPicPr>
          <p:blipFill>
            <a:blip r:embed="rId3">
              <a:alphaModFix amt="40000"/>
            </a:blip>
            <a:stretch>
              <a:fillRect/>
            </a:stretch>
          </p:blipFill>
          <p:spPr>
            <a:xfrm>
              <a:off x="7315700" y="4281775"/>
              <a:ext cx="1177350" cy="1177350"/>
            </a:xfrm>
            <a:prstGeom prst="rect">
              <a:avLst/>
            </a:prstGeom>
            <a:noFill/>
            <a:ln>
              <a:noFill/>
            </a:ln>
          </p:spPr>
        </p:pic>
        <p:pic>
          <p:nvPicPr>
            <p:cNvPr id="557" name="Google Shape;557;p11"/>
            <p:cNvPicPr preferRelativeResize="0"/>
            <p:nvPr/>
          </p:nvPicPr>
          <p:blipFill>
            <a:blip r:embed="rId3">
              <a:alphaModFix amt="40000"/>
            </a:blip>
            <a:stretch>
              <a:fillRect/>
            </a:stretch>
          </p:blipFill>
          <p:spPr>
            <a:xfrm>
              <a:off x="8289575" y="3550475"/>
              <a:ext cx="1177350" cy="1177350"/>
            </a:xfrm>
            <a:prstGeom prst="rect">
              <a:avLst/>
            </a:prstGeom>
            <a:noFill/>
            <a:ln>
              <a:noFill/>
            </a:ln>
          </p:spPr>
        </p:pic>
        <p:pic>
          <p:nvPicPr>
            <p:cNvPr id="558" name="Google Shape;558;p11"/>
            <p:cNvPicPr preferRelativeResize="0"/>
            <p:nvPr/>
          </p:nvPicPr>
          <p:blipFill>
            <a:blip r:embed="rId3">
              <a:alphaModFix amt="40000"/>
            </a:blip>
            <a:stretch>
              <a:fillRect/>
            </a:stretch>
          </p:blipFill>
          <p:spPr>
            <a:xfrm>
              <a:off x="8341625" y="4281775"/>
              <a:ext cx="1177350" cy="1177350"/>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5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560"/>
        <p:cNvGrpSpPr/>
        <p:nvPr/>
      </p:nvGrpSpPr>
      <p:grpSpPr>
        <a:xfrm>
          <a:off x="0" y="0"/>
          <a:ext cx="0" cy="0"/>
          <a:chOff x="0" y="0"/>
          <a:chExt cx="0" cy="0"/>
        </a:xfrm>
      </p:grpSpPr>
      <p:pic>
        <p:nvPicPr>
          <p:cNvPr id="561" name="Google Shape;561;p13"/>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562" name="Google Shape;562;p13"/>
          <p:cNvSpPr txBox="1">
            <a:spLocks noGrp="1"/>
          </p:cNvSpPr>
          <p:nvPr>
            <p:ph type="title" hasCustomPrompt="1"/>
          </p:nvPr>
        </p:nvSpPr>
        <p:spPr>
          <a:xfrm>
            <a:off x="1293604" y="16086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3" name="Google Shape;563;p13"/>
          <p:cNvSpPr txBox="1">
            <a:spLocks noGrp="1"/>
          </p:cNvSpPr>
          <p:nvPr>
            <p:ph type="title" idx="2" hasCustomPrompt="1"/>
          </p:nvPr>
        </p:nvSpPr>
        <p:spPr>
          <a:xfrm>
            <a:off x="3883926" y="16086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4" name="Google Shape;564;p13"/>
          <p:cNvSpPr txBox="1">
            <a:spLocks noGrp="1"/>
          </p:cNvSpPr>
          <p:nvPr>
            <p:ph type="title" idx="3" hasCustomPrompt="1"/>
          </p:nvPr>
        </p:nvSpPr>
        <p:spPr>
          <a:xfrm>
            <a:off x="6471600" y="16086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5" name="Google Shape;565;p13"/>
          <p:cNvSpPr txBox="1">
            <a:spLocks noGrp="1"/>
          </p:cNvSpPr>
          <p:nvPr>
            <p:ph type="title" idx="4" hasCustomPrompt="1"/>
          </p:nvPr>
        </p:nvSpPr>
        <p:spPr>
          <a:xfrm>
            <a:off x="1293604" y="31694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6" name="Google Shape;566;p13"/>
          <p:cNvSpPr txBox="1">
            <a:spLocks noGrp="1"/>
          </p:cNvSpPr>
          <p:nvPr>
            <p:ph type="title" idx="5" hasCustomPrompt="1"/>
          </p:nvPr>
        </p:nvSpPr>
        <p:spPr>
          <a:xfrm>
            <a:off x="3883926" y="31694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7" name="Google Shape;567;p13"/>
          <p:cNvSpPr txBox="1">
            <a:spLocks noGrp="1"/>
          </p:cNvSpPr>
          <p:nvPr>
            <p:ph type="title" idx="6" hasCustomPrompt="1"/>
          </p:nvPr>
        </p:nvSpPr>
        <p:spPr>
          <a:xfrm>
            <a:off x="6471600" y="31694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8" name="Google Shape;568;p13"/>
          <p:cNvSpPr txBox="1">
            <a:spLocks noGrp="1"/>
          </p:cNvSpPr>
          <p:nvPr>
            <p:ph type="title" idx="7"/>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69" name="Google Shape;569;p13"/>
          <p:cNvSpPr txBox="1">
            <a:spLocks noGrp="1"/>
          </p:cNvSpPr>
          <p:nvPr>
            <p:ph type="subTitle" idx="1"/>
          </p:nvPr>
        </p:nvSpPr>
        <p:spPr>
          <a:xfrm>
            <a:off x="720002" y="2130425"/>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0" name="Google Shape;570;p13"/>
          <p:cNvSpPr txBox="1">
            <a:spLocks noGrp="1"/>
          </p:cNvSpPr>
          <p:nvPr>
            <p:ph type="subTitle" idx="8"/>
          </p:nvPr>
        </p:nvSpPr>
        <p:spPr>
          <a:xfrm>
            <a:off x="3310324" y="2130425"/>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1" name="Google Shape;571;p13"/>
          <p:cNvSpPr txBox="1">
            <a:spLocks noGrp="1"/>
          </p:cNvSpPr>
          <p:nvPr>
            <p:ph type="subTitle" idx="9"/>
          </p:nvPr>
        </p:nvSpPr>
        <p:spPr>
          <a:xfrm>
            <a:off x="5897998" y="2130425"/>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2" name="Google Shape;572;p13"/>
          <p:cNvSpPr txBox="1">
            <a:spLocks noGrp="1"/>
          </p:cNvSpPr>
          <p:nvPr>
            <p:ph type="subTitle" idx="13"/>
          </p:nvPr>
        </p:nvSpPr>
        <p:spPr>
          <a:xfrm>
            <a:off x="720002" y="3708000"/>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3" name="Google Shape;573;p13"/>
          <p:cNvSpPr txBox="1">
            <a:spLocks noGrp="1"/>
          </p:cNvSpPr>
          <p:nvPr>
            <p:ph type="subTitle" idx="14"/>
          </p:nvPr>
        </p:nvSpPr>
        <p:spPr>
          <a:xfrm>
            <a:off x="3310324" y="3708000"/>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4" name="Google Shape;574;p13"/>
          <p:cNvSpPr txBox="1">
            <a:spLocks noGrp="1"/>
          </p:cNvSpPr>
          <p:nvPr>
            <p:ph type="subTitle" idx="15"/>
          </p:nvPr>
        </p:nvSpPr>
        <p:spPr>
          <a:xfrm>
            <a:off x="5897998" y="3708000"/>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575" name="Google Shape;575;p13"/>
          <p:cNvGrpSpPr/>
          <p:nvPr/>
        </p:nvGrpSpPr>
        <p:grpSpPr>
          <a:xfrm>
            <a:off x="7594475" y="-1910625"/>
            <a:ext cx="2151567" cy="3381325"/>
            <a:chOff x="7594475" y="-1910625"/>
            <a:chExt cx="2151567" cy="3381325"/>
          </a:xfrm>
        </p:grpSpPr>
        <p:grpSp>
          <p:nvGrpSpPr>
            <p:cNvPr id="576" name="Google Shape;576;p13"/>
            <p:cNvGrpSpPr/>
            <p:nvPr/>
          </p:nvGrpSpPr>
          <p:grpSpPr>
            <a:xfrm rot="-5400000">
              <a:off x="7339390" y="-1084534"/>
              <a:ext cx="3232743" cy="1580562"/>
              <a:chOff x="2191675" y="4192425"/>
              <a:chExt cx="1929650" cy="943450"/>
            </a:xfrm>
          </p:grpSpPr>
          <p:sp>
            <p:nvSpPr>
              <p:cNvPr id="577" name="Google Shape;577;p13"/>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3"/>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3"/>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3"/>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3"/>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3"/>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3"/>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3"/>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3"/>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3"/>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3"/>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3"/>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3"/>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3"/>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3"/>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3"/>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3"/>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3"/>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3"/>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3"/>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3"/>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3"/>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3"/>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3"/>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3"/>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3"/>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3"/>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3"/>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3"/>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3"/>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3"/>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3"/>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3"/>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19" name="Google Shape;619;p13"/>
            <p:cNvPicPr preferRelativeResize="0"/>
            <p:nvPr/>
          </p:nvPicPr>
          <p:blipFill>
            <a:blip r:embed="rId3">
              <a:alphaModFix amt="40000"/>
            </a:blip>
            <a:stretch>
              <a:fillRect/>
            </a:stretch>
          </p:blipFill>
          <p:spPr>
            <a:xfrm>
              <a:off x="7594475" y="-271650"/>
              <a:ext cx="1177350" cy="1177350"/>
            </a:xfrm>
            <a:prstGeom prst="rect">
              <a:avLst/>
            </a:prstGeom>
            <a:noFill/>
            <a:ln>
              <a:noFill/>
            </a:ln>
          </p:spPr>
        </p:pic>
        <p:pic>
          <p:nvPicPr>
            <p:cNvPr id="620" name="Google Shape;620;p13"/>
            <p:cNvPicPr preferRelativeResize="0"/>
            <p:nvPr/>
          </p:nvPicPr>
          <p:blipFill>
            <a:blip r:embed="rId3">
              <a:alphaModFix amt="40000"/>
            </a:blip>
            <a:stretch>
              <a:fillRect/>
            </a:stretch>
          </p:blipFill>
          <p:spPr>
            <a:xfrm>
              <a:off x="8218950" y="293350"/>
              <a:ext cx="1177350" cy="1177350"/>
            </a:xfrm>
            <a:prstGeom prst="rect">
              <a:avLst/>
            </a:prstGeom>
            <a:noFill/>
            <a:ln>
              <a:noFill/>
            </a:ln>
          </p:spPr>
        </p:pic>
      </p:grpSp>
      <p:grpSp>
        <p:nvGrpSpPr>
          <p:cNvPr id="621" name="Google Shape;621;p13"/>
          <p:cNvGrpSpPr/>
          <p:nvPr/>
        </p:nvGrpSpPr>
        <p:grpSpPr>
          <a:xfrm>
            <a:off x="-500554" y="3650100"/>
            <a:ext cx="2057554" cy="3254804"/>
            <a:chOff x="-500554" y="3650100"/>
            <a:chExt cx="2057554" cy="3254804"/>
          </a:xfrm>
        </p:grpSpPr>
        <p:grpSp>
          <p:nvGrpSpPr>
            <p:cNvPr id="622" name="Google Shape;622;p13"/>
            <p:cNvGrpSpPr/>
            <p:nvPr/>
          </p:nvGrpSpPr>
          <p:grpSpPr>
            <a:xfrm rot="-5400000">
              <a:off x="-1283301" y="4624525"/>
              <a:ext cx="3063126" cy="1497633"/>
              <a:chOff x="2191675" y="4192425"/>
              <a:chExt cx="1929650" cy="943450"/>
            </a:xfrm>
          </p:grpSpPr>
          <p:sp>
            <p:nvSpPr>
              <p:cNvPr id="623" name="Google Shape;623;p13"/>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3"/>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3"/>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3"/>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3"/>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3"/>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3"/>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3"/>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3"/>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3"/>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3"/>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3"/>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3"/>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3"/>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3"/>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3"/>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3"/>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3"/>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3"/>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3"/>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3"/>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3"/>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3"/>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3"/>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3"/>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3"/>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3"/>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3"/>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3"/>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3"/>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3"/>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3"/>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3"/>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3"/>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3"/>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3"/>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3"/>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3"/>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3"/>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3"/>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3"/>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3"/>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65" name="Google Shape;665;p13"/>
            <p:cNvPicPr preferRelativeResize="0"/>
            <p:nvPr/>
          </p:nvPicPr>
          <p:blipFill>
            <a:blip r:embed="rId3">
              <a:alphaModFix amt="40000"/>
            </a:blip>
            <a:stretch>
              <a:fillRect/>
            </a:stretch>
          </p:blipFill>
          <p:spPr>
            <a:xfrm>
              <a:off x="379650" y="4192800"/>
              <a:ext cx="1177350" cy="1177350"/>
            </a:xfrm>
            <a:prstGeom prst="rect">
              <a:avLst/>
            </a:prstGeom>
            <a:noFill/>
            <a:ln>
              <a:noFill/>
            </a:ln>
          </p:spPr>
        </p:pic>
        <p:pic>
          <p:nvPicPr>
            <p:cNvPr id="666" name="Google Shape;666;p13"/>
            <p:cNvPicPr preferRelativeResize="0"/>
            <p:nvPr/>
          </p:nvPicPr>
          <p:blipFill>
            <a:blip r:embed="rId3">
              <a:alphaModFix amt="40000"/>
            </a:blip>
            <a:stretch>
              <a:fillRect/>
            </a:stretch>
          </p:blipFill>
          <p:spPr>
            <a:xfrm>
              <a:off x="-180275" y="3650100"/>
              <a:ext cx="1177350" cy="1177350"/>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667"/>
        <p:cNvGrpSpPr/>
        <p:nvPr/>
      </p:nvGrpSpPr>
      <p:grpSpPr>
        <a:xfrm>
          <a:off x="0" y="0"/>
          <a:ext cx="0" cy="0"/>
          <a:chOff x="0" y="0"/>
          <a:chExt cx="0" cy="0"/>
        </a:xfrm>
      </p:grpSpPr>
      <p:pic>
        <p:nvPicPr>
          <p:cNvPr id="668" name="Google Shape;668;p14"/>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669" name="Google Shape;669;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670" name="Google Shape;670;p14"/>
          <p:cNvGrpSpPr/>
          <p:nvPr/>
        </p:nvGrpSpPr>
        <p:grpSpPr>
          <a:xfrm rot="5400000">
            <a:off x="-1448144" y="5026619"/>
            <a:ext cx="4021700" cy="1824125"/>
            <a:chOff x="7322388" y="3586650"/>
            <a:chExt cx="4021700" cy="1824125"/>
          </a:xfrm>
        </p:grpSpPr>
        <p:grpSp>
          <p:nvGrpSpPr>
            <p:cNvPr id="671" name="Google Shape;671;p14"/>
            <p:cNvGrpSpPr/>
            <p:nvPr/>
          </p:nvGrpSpPr>
          <p:grpSpPr>
            <a:xfrm>
              <a:off x="7872231" y="3702559"/>
              <a:ext cx="3471856" cy="1323917"/>
              <a:chOff x="2175025" y="2071900"/>
              <a:chExt cx="2090850" cy="797300"/>
            </a:xfrm>
          </p:grpSpPr>
          <p:sp>
            <p:nvSpPr>
              <p:cNvPr id="672" name="Google Shape;672;p14"/>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4"/>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4"/>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4"/>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4"/>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14"/>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4"/>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4"/>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4"/>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4"/>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4"/>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4"/>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4"/>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4"/>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4"/>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4"/>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4"/>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4"/>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4"/>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4"/>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4"/>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4"/>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4"/>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4"/>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4"/>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4"/>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98" name="Google Shape;698;p14"/>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699" name="Google Shape;699;p14"/>
            <p:cNvPicPr preferRelativeResize="0"/>
            <p:nvPr/>
          </p:nvPicPr>
          <p:blipFill>
            <a:blip r:embed="rId3">
              <a:alphaModFix amt="40000"/>
            </a:blip>
            <a:stretch>
              <a:fillRect/>
            </a:stretch>
          </p:blipFill>
          <p:spPr>
            <a:xfrm>
              <a:off x="8300725" y="4233425"/>
              <a:ext cx="1177350" cy="1177350"/>
            </a:xfrm>
            <a:prstGeom prst="rect">
              <a:avLst/>
            </a:prstGeom>
            <a:noFill/>
            <a:ln>
              <a:noFill/>
            </a:ln>
          </p:spPr>
        </p:pic>
        <p:pic>
          <p:nvPicPr>
            <p:cNvPr id="700" name="Google Shape;700;p14"/>
            <p:cNvPicPr preferRelativeResize="0"/>
            <p:nvPr/>
          </p:nvPicPr>
          <p:blipFill>
            <a:blip r:embed="rId3">
              <a:alphaModFix amt="40000"/>
            </a:blip>
            <a:stretch>
              <a:fillRect/>
            </a:stretch>
          </p:blipFill>
          <p:spPr>
            <a:xfrm>
              <a:off x="7322388" y="4172750"/>
              <a:ext cx="1177350" cy="1177350"/>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701"/>
        <p:cNvGrpSpPr/>
        <p:nvPr/>
      </p:nvGrpSpPr>
      <p:grpSpPr>
        <a:xfrm>
          <a:off x="0" y="0"/>
          <a:ext cx="0" cy="0"/>
          <a:chOff x="0" y="0"/>
          <a:chExt cx="0" cy="0"/>
        </a:xfrm>
      </p:grpSpPr>
      <p:pic>
        <p:nvPicPr>
          <p:cNvPr id="702" name="Google Shape;702;p15"/>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703" name="Google Shape;703;p15"/>
          <p:cNvSpPr txBox="1">
            <a:spLocks noGrp="1"/>
          </p:cNvSpPr>
          <p:nvPr>
            <p:ph type="subTitle" idx="1"/>
          </p:nvPr>
        </p:nvSpPr>
        <p:spPr>
          <a:xfrm>
            <a:off x="720000" y="1212525"/>
            <a:ext cx="7704000" cy="258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704" name="Google Shape;704;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705" name="Google Shape;705;p15"/>
          <p:cNvGrpSpPr/>
          <p:nvPr/>
        </p:nvGrpSpPr>
        <p:grpSpPr>
          <a:xfrm>
            <a:off x="7564750" y="1350338"/>
            <a:ext cx="3035971" cy="2240336"/>
            <a:chOff x="7564750" y="1350338"/>
            <a:chExt cx="3035971" cy="2240336"/>
          </a:xfrm>
        </p:grpSpPr>
        <p:grpSp>
          <p:nvGrpSpPr>
            <p:cNvPr id="706" name="Google Shape;706;p15"/>
            <p:cNvGrpSpPr/>
            <p:nvPr/>
          </p:nvGrpSpPr>
          <p:grpSpPr>
            <a:xfrm>
              <a:off x="8010366" y="1833648"/>
              <a:ext cx="2590356" cy="1757025"/>
              <a:chOff x="2280775" y="570800"/>
              <a:chExt cx="1702725" cy="1154950"/>
            </a:xfrm>
          </p:grpSpPr>
          <p:sp>
            <p:nvSpPr>
              <p:cNvPr id="707" name="Google Shape;707;p15"/>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5"/>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5"/>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5"/>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5"/>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5"/>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5"/>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5"/>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5"/>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5"/>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5"/>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5"/>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5"/>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5"/>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5"/>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5"/>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5"/>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5"/>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5"/>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5"/>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15"/>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5"/>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5"/>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5"/>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5"/>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5"/>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33" name="Google Shape;733;p15"/>
            <p:cNvPicPr preferRelativeResize="0"/>
            <p:nvPr/>
          </p:nvPicPr>
          <p:blipFill>
            <a:blip r:embed="rId3">
              <a:alphaModFix amt="40000"/>
            </a:blip>
            <a:stretch>
              <a:fillRect/>
            </a:stretch>
          </p:blipFill>
          <p:spPr>
            <a:xfrm>
              <a:off x="7564750" y="2123488"/>
              <a:ext cx="1177350" cy="1177350"/>
            </a:xfrm>
            <a:prstGeom prst="rect">
              <a:avLst/>
            </a:prstGeom>
            <a:noFill/>
            <a:ln>
              <a:noFill/>
            </a:ln>
          </p:spPr>
        </p:pic>
        <p:pic>
          <p:nvPicPr>
            <p:cNvPr id="734" name="Google Shape;734;p15"/>
            <p:cNvPicPr preferRelativeResize="0"/>
            <p:nvPr/>
          </p:nvPicPr>
          <p:blipFill>
            <a:blip r:embed="rId3">
              <a:alphaModFix amt="40000"/>
            </a:blip>
            <a:stretch>
              <a:fillRect/>
            </a:stretch>
          </p:blipFill>
          <p:spPr>
            <a:xfrm>
              <a:off x="8218950" y="1350338"/>
              <a:ext cx="1177350" cy="1177350"/>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735"/>
        <p:cNvGrpSpPr/>
        <p:nvPr/>
      </p:nvGrpSpPr>
      <p:grpSpPr>
        <a:xfrm>
          <a:off x="0" y="0"/>
          <a:ext cx="0" cy="0"/>
          <a:chOff x="0" y="0"/>
          <a:chExt cx="0" cy="0"/>
        </a:xfrm>
      </p:grpSpPr>
      <p:pic>
        <p:nvPicPr>
          <p:cNvPr id="736" name="Google Shape;736;p16"/>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737" name="Google Shape;737;p16"/>
          <p:cNvSpPr txBox="1">
            <a:spLocks noGrp="1"/>
          </p:cNvSpPr>
          <p:nvPr>
            <p:ph type="subTitle" idx="1"/>
          </p:nvPr>
        </p:nvSpPr>
        <p:spPr>
          <a:xfrm>
            <a:off x="1203288" y="2119550"/>
            <a:ext cx="3900900" cy="220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a:lvl1pPr>
            <a:lvl2pPr lvl="1" algn="ctr" rtl="0">
              <a:lnSpc>
                <a:spcPct val="100000"/>
              </a:lnSpc>
              <a:spcBef>
                <a:spcPts val="0"/>
              </a:spcBef>
              <a:spcAft>
                <a:spcPts val="0"/>
              </a:spcAft>
              <a:buSzPts val="1200"/>
              <a:buAutoNum type="alphaLcPeriod"/>
              <a:defRPr/>
            </a:lvl2pPr>
            <a:lvl3pPr lvl="2" algn="ctr" rtl="0">
              <a:lnSpc>
                <a:spcPct val="100000"/>
              </a:lnSpc>
              <a:spcBef>
                <a:spcPts val="0"/>
              </a:spcBef>
              <a:spcAft>
                <a:spcPts val="0"/>
              </a:spcAft>
              <a:buSzPts val="1200"/>
              <a:buAutoNum type="romanLcPeriod"/>
              <a:defRPr/>
            </a:lvl3pPr>
            <a:lvl4pPr lvl="3" algn="ctr" rtl="0">
              <a:lnSpc>
                <a:spcPct val="100000"/>
              </a:lnSpc>
              <a:spcBef>
                <a:spcPts val="0"/>
              </a:spcBef>
              <a:spcAft>
                <a:spcPts val="0"/>
              </a:spcAft>
              <a:buSzPts val="1200"/>
              <a:buAutoNum type="arabicPeriod"/>
              <a:defRPr/>
            </a:lvl4pPr>
            <a:lvl5pPr lvl="4" algn="ctr" rtl="0">
              <a:lnSpc>
                <a:spcPct val="100000"/>
              </a:lnSpc>
              <a:spcBef>
                <a:spcPts val="0"/>
              </a:spcBef>
              <a:spcAft>
                <a:spcPts val="0"/>
              </a:spcAft>
              <a:buSzPts val="1200"/>
              <a:buAutoNum type="alphaLcPeriod"/>
              <a:defRPr/>
            </a:lvl5pPr>
            <a:lvl6pPr lvl="5" algn="ctr" rtl="0">
              <a:lnSpc>
                <a:spcPct val="100000"/>
              </a:lnSpc>
              <a:spcBef>
                <a:spcPts val="0"/>
              </a:spcBef>
              <a:spcAft>
                <a:spcPts val="0"/>
              </a:spcAft>
              <a:buSzPts val="1200"/>
              <a:buAutoNum type="romanLcPeriod"/>
              <a:defRPr/>
            </a:lvl6pPr>
            <a:lvl7pPr lvl="6" algn="ctr" rtl="0">
              <a:lnSpc>
                <a:spcPct val="100000"/>
              </a:lnSpc>
              <a:spcBef>
                <a:spcPts val="0"/>
              </a:spcBef>
              <a:spcAft>
                <a:spcPts val="0"/>
              </a:spcAft>
              <a:buSzPts val="1200"/>
              <a:buAutoNum type="arabicPeriod"/>
              <a:defRPr/>
            </a:lvl7pPr>
            <a:lvl8pPr lvl="7" algn="ctr" rtl="0">
              <a:lnSpc>
                <a:spcPct val="100000"/>
              </a:lnSpc>
              <a:spcBef>
                <a:spcPts val="0"/>
              </a:spcBef>
              <a:spcAft>
                <a:spcPts val="0"/>
              </a:spcAft>
              <a:buSzPts val="1200"/>
              <a:buAutoNum type="alphaLcPeriod"/>
              <a:defRPr/>
            </a:lvl8pPr>
            <a:lvl9pPr lvl="8" algn="ctr" rtl="0">
              <a:lnSpc>
                <a:spcPct val="100000"/>
              </a:lnSpc>
              <a:spcBef>
                <a:spcPts val="0"/>
              </a:spcBef>
              <a:spcAft>
                <a:spcPts val="0"/>
              </a:spcAft>
              <a:buSzPts val="1200"/>
              <a:buAutoNum type="romanLcPeriod"/>
              <a:defRPr/>
            </a:lvl9pPr>
          </a:lstStyle>
          <a:p>
            <a:endParaRPr/>
          </a:p>
        </p:txBody>
      </p:sp>
      <p:sp>
        <p:nvSpPr>
          <p:cNvPr id="738" name="Google Shape;738;p16"/>
          <p:cNvSpPr txBox="1">
            <a:spLocks noGrp="1"/>
          </p:cNvSpPr>
          <p:nvPr>
            <p:ph type="title"/>
          </p:nvPr>
        </p:nvSpPr>
        <p:spPr>
          <a:xfrm>
            <a:off x="1203288" y="818650"/>
            <a:ext cx="3900900" cy="13008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739" name="Google Shape;739;p16"/>
          <p:cNvGrpSpPr/>
          <p:nvPr/>
        </p:nvGrpSpPr>
        <p:grpSpPr>
          <a:xfrm rot="5400000">
            <a:off x="-1245187" y="4798400"/>
            <a:ext cx="3920587" cy="1824125"/>
            <a:chOff x="7423500" y="3586650"/>
            <a:chExt cx="3920587" cy="1824125"/>
          </a:xfrm>
        </p:grpSpPr>
        <p:grpSp>
          <p:nvGrpSpPr>
            <p:cNvPr id="740" name="Google Shape;740;p16"/>
            <p:cNvGrpSpPr/>
            <p:nvPr/>
          </p:nvGrpSpPr>
          <p:grpSpPr>
            <a:xfrm>
              <a:off x="7802532" y="3702559"/>
              <a:ext cx="3541556" cy="1323917"/>
              <a:chOff x="2133050" y="2071900"/>
              <a:chExt cx="2132825" cy="797300"/>
            </a:xfrm>
          </p:grpSpPr>
          <p:sp>
            <p:nvSpPr>
              <p:cNvPr id="741" name="Google Shape;741;p16"/>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6"/>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6"/>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6"/>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6"/>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6"/>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6"/>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6"/>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6"/>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6"/>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6"/>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6"/>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6"/>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16"/>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6"/>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6"/>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6"/>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6"/>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6"/>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6"/>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6"/>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6"/>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6"/>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6"/>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6"/>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6"/>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6"/>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6"/>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6"/>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6"/>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1" name="Google Shape;771;p16"/>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772" name="Google Shape;772;p16"/>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773" name="Google Shape;773;p16"/>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1_1">
    <p:spTree>
      <p:nvGrpSpPr>
        <p:cNvPr id="1" name="Shape 774"/>
        <p:cNvGrpSpPr/>
        <p:nvPr/>
      </p:nvGrpSpPr>
      <p:grpSpPr>
        <a:xfrm>
          <a:off x="0" y="0"/>
          <a:ext cx="0" cy="0"/>
          <a:chOff x="0" y="0"/>
          <a:chExt cx="0" cy="0"/>
        </a:xfrm>
      </p:grpSpPr>
      <p:pic>
        <p:nvPicPr>
          <p:cNvPr id="775" name="Google Shape;775;p17"/>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776" name="Google Shape;776;p17"/>
          <p:cNvSpPr txBox="1">
            <a:spLocks noGrp="1"/>
          </p:cNvSpPr>
          <p:nvPr>
            <p:ph type="subTitle" idx="1"/>
          </p:nvPr>
        </p:nvSpPr>
        <p:spPr>
          <a:xfrm>
            <a:off x="2603399" y="1289100"/>
            <a:ext cx="3937200" cy="72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777" name="Google Shape;777;p17"/>
          <p:cNvSpPr txBox="1">
            <a:spLocks noGrp="1"/>
          </p:cNvSpPr>
          <p:nvPr>
            <p:ph type="title"/>
          </p:nvPr>
        </p:nvSpPr>
        <p:spPr>
          <a:xfrm>
            <a:off x="2603399" y="566400"/>
            <a:ext cx="3937200" cy="7227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78" name="Google Shape;778;p17"/>
          <p:cNvSpPr>
            <a:spLocks noGrp="1"/>
          </p:cNvSpPr>
          <p:nvPr>
            <p:ph type="pic" idx="2"/>
          </p:nvPr>
        </p:nvSpPr>
        <p:spPr>
          <a:xfrm>
            <a:off x="715099" y="566400"/>
            <a:ext cx="1859700" cy="4010700"/>
          </a:xfrm>
          <a:prstGeom prst="rect">
            <a:avLst/>
          </a:prstGeom>
          <a:noFill/>
          <a:ln w="9525" cap="flat" cmpd="sng">
            <a:solidFill>
              <a:schemeClr val="dk1"/>
            </a:solidFill>
            <a:prstDash val="solid"/>
            <a:round/>
            <a:headEnd type="none" w="sm" len="sm"/>
            <a:tailEnd type="none" w="sm" len="sm"/>
          </a:ln>
        </p:spPr>
      </p:sp>
      <p:sp>
        <p:nvSpPr>
          <p:cNvPr id="779" name="Google Shape;779;p17"/>
          <p:cNvSpPr>
            <a:spLocks noGrp="1"/>
          </p:cNvSpPr>
          <p:nvPr>
            <p:ph type="pic" idx="3"/>
          </p:nvPr>
        </p:nvSpPr>
        <p:spPr>
          <a:xfrm>
            <a:off x="6569199" y="566400"/>
            <a:ext cx="1859700" cy="4010700"/>
          </a:xfrm>
          <a:prstGeom prst="rect">
            <a:avLst/>
          </a:prstGeom>
          <a:noFill/>
          <a:ln w="9525" cap="flat" cmpd="sng">
            <a:solidFill>
              <a:schemeClr val="dk1"/>
            </a:solidFill>
            <a:prstDash val="solid"/>
            <a:round/>
            <a:headEnd type="none" w="sm" len="sm"/>
            <a:tailEnd type="none" w="sm" len="sm"/>
          </a:ln>
        </p:spPr>
      </p:sp>
      <p:sp>
        <p:nvSpPr>
          <p:cNvPr id="780" name="Google Shape;780;p17"/>
          <p:cNvSpPr>
            <a:spLocks noGrp="1"/>
          </p:cNvSpPr>
          <p:nvPr>
            <p:ph type="pic" idx="4"/>
          </p:nvPr>
        </p:nvSpPr>
        <p:spPr>
          <a:xfrm>
            <a:off x="2983049" y="2206800"/>
            <a:ext cx="3177900" cy="2370300"/>
          </a:xfrm>
          <a:prstGeom prst="rect">
            <a:avLst/>
          </a:prstGeom>
          <a:noFill/>
          <a:ln w="9525" cap="flat" cmpd="sng">
            <a:solidFill>
              <a:schemeClr val="dk1"/>
            </a:solidFill>
            <a:prstDash val="solid"/>
            <a:round/>
            <a:headEnd type="none" w="sm" len="sm"/>
            <a:tailEnd type="none" w="sm" len="sm"/>
          </a:ln>
        </p:spPr>
      </p:sp>
      <p:grpSp>
        <p:nvGrpSpPr>
          <p:cNvPr id="781" name="Google Shape;781;p17"/>
          <p:cNvGrpSpPr/>
          <p:nvPr/>
        </p:nvGrpSpPr>
        <p:grpSpPr>
          <a:xfrm rot="10800000">
            <a:off x="-2949077" y="-289112"/>
            <a:ext cx="3920587" cy="1824125"/>
            <a:chOff x="7423500" y="3586650"/>
            <a:chExt cx="3920587" cy="1824125"/>
          </a:xfrm>
        </p:grpSpPr>
        <p:grpSp>
          <p:nvGrpSpPr>
            <p:cNvPr id="782" name="Google Shape;782;p17"/>
            <p:cNvGrpSpPr/>
            <p:nvPr/>
          </p:nvGrpSpPr>
          <p:grpSpPr>
            <a:xfrm>
              <a:off x="7802532" y="3702559"/>
              <a:ext cx="3541556" cy="1323917"/>
              <a:chOff x="2133050" y="2071900"/>
              <a:chExt cx="2132825" cy="797300"/>
            </a:xfrm>
          </p:grpSpPr>
          <p:sp>
            <p:nvSpPr>
              <p:cNvPr id="783" name="Google Shape;783;p17"/>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7"/>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7"/>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7"/>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7"/>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7"/>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7"/>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7"/>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7"/>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7"/>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7"/>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7"/>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7"/>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7"/>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7"/>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7"/>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7"/>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7"/>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7"/>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7"/>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7"/>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7"/>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7"/>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7"/>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7"/>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7"/>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7"/>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7"/>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7"/>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7"/>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13" name="Google Shape;813;p17"/>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814" name="Google Shape;814;p17"/>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815" name="Google Shape;815;p17"/>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grpSp>
        <p:nvGrpSpPr>
          <p:cNvPr id="816" name="Google Shape;816;p17"/>
          <p:cNvGrpSpPr/>
          <p:nvPr/>
        </p:nvGrpSpPr>
        <p:grpSpPr>
          <a:xfrm rot="5400000">
            <a:off x="7181806" y="4282888"/>
            <a:ext cx="3920587" cy="1824125"/>
            <a:chOff x="7423500" y="3586650"/>
            <a:chExt cx="3920587" cy="1824125"/>
          </a:xfrm>
        </p:grpSpPr>
        <p:grpSp>
          <p:nvGrpSpPr>
            <p:cNvPr id="817" name="Google Shape;817;p17"/>
            <p:cNvGrpSpPr/>
            <p:nvPr/>
          </p:nvGrpSpPr>
          <p:grpSpPr>
            <a:xfrm>
              <a:off x="7802532" y="3702559"/>
              <a:ext cx="3541556" cy="1323917"/>
              <a:chOff x="2133050" y="2071900"/>
              <a:chExt cx="2132825" cy="797300"/>
            </a:xfrm>
          </p:grpSpPr>
          <p:sp>
            <p:nvSpPr>
              <p:cNvPr id="818" name="Google Shape;818;p17"/>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7"/>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7"/>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7"/>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7"/>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7"/>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7"/>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7"/>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7"/>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7"/>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7"/>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7"/>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7"/>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7"/>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7"/>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7"/>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7"/>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7"/>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7"/>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7"/>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7"/>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7"/>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7"/>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7"/>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7"/>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7"/>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7"/>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7"/>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7"/>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7"/>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48" name="Google Shape;848;p17"/>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849" name="Google Shape;849;p17"/>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850" name="Google Shape;850;p17"/>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CUSTOM_2">
    <p:spTree>
      <p:nvGrpSpPr>
        <p:cNvPr id="1" name="Shape 851"/>
        <p:cNvGrpSpPr/>
        <p:nvPr/>
      </p:nvGrpSpPr>
      <p:grpSpPr>
        <a:xfrm>
          <a:off x="0" y="0"/>
          <a:ext cx="0" cy="0"/>
          <a:chOff x="0" y="0"/>
          <a:chExt cx="0" cy="0"/>
        </a:xfrm>
      </p:grpSpPr>
      <p:pic>
        <p:nvPicPr>
          <p:cNvPr id="852" name="Google Shape;852;p18"/>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853" name="Google Shape;853;p18"/>
          <p:cNvSpPr txBox="1">
            <a:spLocks noGrp="1"/>
          </p:cNvSpPr>
          <p:nvPr>
            <p:ph type="subTitle" idx="1"/>
          </p:nvPr>
        </p:nvSpPr>
        <p:spPr>
          <a:xfrm>
            <a:off x="720000" y="1212525"/>
            <a:ext cx="7704000" cy="89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854" name="Google Shape;85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855" name="Google Shape;855;p18"/>
          <p:cNvGrpSpPr/>
          <p:nvPr/>
        </p:nvGrpSpPr>
        <p:grpSpPr>
          <a:xfrm>
            <a:off x="7880700" y="361707"/>
            <a:ext cx="3463387" cy="1573618"/>
            <a:chOff x="7880700" y="361707"/>
            <a:chExt cx="3463387" cy="1573618"/>
          </a:xfrm>
        </p:grpSpPr>
        <p:grpSp>
          <p:nvGrpSpPr>
            <p:cNvPr id="856" name="Google Shape;856;p18"/>
            <p:cNvGrpSpPr/>
            <p:nvPr/>
          </p:nvGrpSpPr>
          <p:grpSpPr>
            <a:xfrm flipH="1">
              <a:off x="8436907" y="361707"/>
              <a:ext cx="2907181" cy="1177348"/>
              <a:chOff x="2442775" y="3274750"/>
              <a:chExt cx="1690025" cy="684425"/>
            </a:xfrm>
          </p:grpSpPr>
          <p:sp>
            <p:nvSpPr>
              <p:cNvPr id="857" name="Google Shape;857;p18"/>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8"/>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8"/>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8"/>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8"/>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8"/>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8"/>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8"/>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8"/>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8"/>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8"/>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8"/>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8"/>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8"/>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8"/>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8"/>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8"/>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8"/>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8"/>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8"/>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8"/>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78" name="Google Shape;878;p18"/>
            <p:cNvPicPr preferRelativeResize="0"/>
            <p:nvPr/>
          </p:nvPicPr>
          <p:blipFill>
            <a:blip r:embed="rId3">
              <a:alphaModFix amt="40000"/>
            </a:blip>
            <a:stretch>
              <a:fillRect/>
            </a:stretch>
          </p:blipFill>
          <p:spPr>
            <a:xfrm>
              <a:off x="7880700" y="757975"/>
              <a:ext cx="1177350" cy="1177350"/>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879"/>
        <p:cNvGrpSpPr/>
        <p:nvPr/>
      </p:nvGrpSpPr>
      <p:grpSpPr>
        <a:xfrm>
          <a:off x="0" y="0"/>
          <a:ext cx="0" cy="0"/>
          <a:chOff x="0" y="0"/>
          <a:chExt cx="0" cy="0"/>
        </a:xfrm>
      </p:grpSpPr>
      <p:pic>
        <p:nvPicPr>
          <p:cNvPr id="880" name="Google Shape;880;p19"/>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881" name="Google Shape;881;p19"/>
          <p:cNvSpPr txBox="1">
            <a:spLocks noGrp="1"/>
          </p:cNvSpPr>
          <p:nvPr>
            <p:ph type="subTitle" idx="1"/>
          </p:nvPr>
        </p:nvSpPr>
        <p:spPr>
          <a:xfrm>
            <a:off x="720000" y="1644675"/>
            <a:ext cx="2336400" cy="7134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882" name="Google Shape;882;p19"/>
          <p:cNvSpPr txBox="1">
            <a:spLocks noGrp="1"/>
          </p:cNvSpPr>
          <p:nvPr>
            <p:ph type="subTitle" idx="2"/>
          </p:nvPr>
        </p:nvSpPr>
        <p:spPr>
          <a:xfrm>
            <a:off x="720000" y="2324084"/>
            <a:ext cx="2336400" cy="178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3" name="Google Shape;883;p19"/>
          <p:cNvSpPr txBox="1">
            <a:spLocks noGrp="1"/>
          </p:cNvSpPr>
          <p:nvPr>
            <p:ph type="subTitle" idx="3"/>
          </p:nvPr>
        </p:nvSpPr>
        <p:spPr>
          <a:xfrm>
            <a:off x="3403800" y="2324084"/>
            <a:ext cx="2336400" cy="178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4" name="Google Shape;884;p19"/>
          <p:cNvSpPr txBox="1">
            <a:spLocks noGrp="1"/>
          </p:cNvSpPr>
          <p:nvPr>
            <p:ph type="subTitle" idx="4"/>
          </p:nvPr>
        </p:nvSpPr>
        <p:spPr>
          <a:xfrm>
            <a:off x="6087600" y="2324084"/>
            <a:ext cx="2336400" cy="178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5" name="Google Shape;885;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86" name="Google Shape;886;p19"/>
          <p:cNvSpPr txBox="1">
            <a:spLocks noGrp="1"/>
          </p:cNvSpPr>
          <p:nvPr>
            <p:ph type="subTitle" idx="5"/>
          </p:nvPr>
        </p:nvSpPr>
        <p:spPr>
          <a:xfrm>
            <a:off x="3403800" y="1644675"/>
            <a:ext cx="2336400" cy="7134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887" name="Google Shape;887;p19"/>
          <p:cNvSpPr txBox="1">
            <a:spLocks noGrp="1"/>
          </p:cNvSpPr>
          <p:nvPr>
            <p:ph type="subTitle" idx="6"/>
          </p:nvPr>
        </p:nvSpPr>
        <p:spPr>
          <a:xfrm>
            <a:off x="6087600" y="1644675"/>
            <a:ext cx="2336400" cy="7134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888" name="Google Shape;888;p19"/>
          <p:cNvGrpSpPr/>
          <p:nvPr/>
        </p:nvGrpSpPr>
        <p:grpSpPr>
          <a:xfrm>
            <a:off x="-500554" y="3675900"/>
            <a:ext cx="2068704" cy="3229004"/>
            <a:chOff x="-500554" y="3675900"/>
            <a:chExt cx="2068704" cy="3229004"/>
          </a:xfrm>
        </p:grpSpPr>
        <p:grpSp>
          <p:nvGrpSpPr>
            <p:cNvPr id="889" name="Google Shape;889;p19"/>
            <p:cNvGrpSpPr/>
            <p:nvPr/>
          </p:nvGrpSpPr>
          <p:grpSpPr>
            <a:xfrm rot="-5400000">
              <a:off x="-1283301" y="4624525"/>
              <a:ext cx="3063126" cy="1497633"/>
              <a:chOff x="2191675" y="4192425"/>
              <a:chExt cx="1929650" cy="943450"/>
            </a:xfrm>
          </p:grpSpPr>
          <p:sp>
            <p:nvSpPr>
              <p:cNvPr id="890" name="Google Shape;890;p19"/>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9"/>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9"/>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9"/>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9"/>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9"/>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9"/>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9"/>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9"/>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9"/>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9"/>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9"/>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9"/>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9"/>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9"/>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9"/>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9"/>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9"/>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9"/>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9"/>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9"/>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9"/>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9"/>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9"/>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9"/>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9"/>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9"/>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9"/>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9"/>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9"/>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9"/>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9"/>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9"/>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9"/>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9"/>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9"/>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9"/>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9"/>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9"/>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9"/>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9"/>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9"/>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32" name="Google Shape;932;p19"/>
            <p:cNvPicPr preferRelativeResize="0"/>
            <p:nvPr/>
          </p:nvPicPr>
          <p:blipFill>
            <a:blip r:embed="rId3">
              <a:alphaModFix amt="40000"/>
            </a:blip>
            <a:stretch>
              <a:fillRect/>
            </a:stretch>
          </p:blipFill>
          <p:spPr>
            <a:xfrm>
              <a:off x="390800" y="4166550"/>
              <a:ext cx="1177350" cy="1177350"/>
            </a:xfrm>
            <a:prstGeom prst="rect">
              <a:avLst/>
            </a:prstGeom>
            <a:noFill/>
            <a:ln>
              <a:noFill/>
            </a:ln>
          </p:spPr>
        </p:pic>
        <p:pic>
          <p:nvPicPr>
            <p:cNvPr id="933" name="Google Shape;933;p19"/>
            <p:cNvPicPr preferRelativeResize="0"/>
            <p:nvPr/>
          </p:nvPicPr>
          <p:blipFill>
            <a:blip r:embed="rId3">
              <a:alphaModFix amt="40000"/>
            </a:blip>
            <a:stretch>
              <a:fillRect/>
            </a:stretch>
          </p:blipFill>
          <p:spPr>
            <a:xfrm>
              <a:off x="-180275" y="3675900"/>
              <a:ext cx="1177350" cy="1177350"/>
            </a:xfrm>
            <a:prstGeom prst="rect">
              <a:avLst/>
            </a:prstGeom>
            <a:noFill/>
            <a:ln>
              <a:noFill/>
            </a:ln>
          </p:spPr>
        </p:pic>
      </p:grpSp>
      <p:grpSp>
        <p:nvGrpSpPr>
          <p:cNvPr id="934" name="Google Shape;934;p19"/>
          <p:cNvGrpSpPr/>
          <p:nvPr/>
        </p:nvGrpSpPr>
        <p:grpSpPr>
          <a:xfrm>
            <a:off x="7605625" y="-1910625"/>
            <a:ext cx="2140417" cy="3377600"/>
            <a:chOff x="7605625" y="-1910625"/>
            <a:chExt cx="2140417" cy="3377600"/>
          </a:xfrm>
        </p:grpSpPr>
        <p:grpSp>
          <p:nvGrpSpPr>
            <p:cNvPr id="935" name="Google Shape;935;p19"/>
            <p:cNvGrpSpPr/>
            <p:nvPr/>
          </p:nvGrpSpPr>
          <p:grpSpPr>
            <a:xfrm rot="-5400000">
              <a:off x="7339390" y="-1084534"/>
              <a:ext cx="3232743" cy="1580562"/>
              <a:chOff x="2191675" y="4192425"/>
              <a:chExt cx="1929650" cy="943450"/>
            </a:xfrm>
          </p:grpSpPr>
          <p:sp>
            <p:nvSpPr>
              <p:cNvPr id="936" name="Google Shape;936;p19"/>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9"/>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9"/>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9"/>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9"/>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9"/>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9"/>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9"/>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9"/>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9"/>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9"/>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9"/>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9"/>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9"/>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9"/>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9"/>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9"/>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9"/>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9"/>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9"/>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9"/>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9"/>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9"/>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9"/>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9"/>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9"/>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9"/>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9"/>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9"/>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9"/>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9"/>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9"/>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9"/>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9"/>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9"/>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9"/>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9"/>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9"/>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9"/>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9"/>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9"/>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9"/>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8" name="Google Shape;978;p19"/>
            <p:cNvPicPr preferRelativeResize="0"/>
            <p:nvPr/>
          </p:nvPicPr>
          <p:blipFill>
            <a:blip r:embed="rId3">
              <a:alphaModFix amt="40000"/>
            </a:blip>
            <a:stretch>
              <a:fillRect/>
            </a:stretch>
          </p:blipFill>
          <p:spPr>
            <a:xfrm>
              <a:off x="7605625" y="-275350"/>
              <a:ext cx="1177350" cy="1177350"/>
            </a:xfrm>
            <a:prstGeom prst="rect">
              <a:avLst/>
            </a:prstGeom>
            <a:noFill/>
            <a:ln>
              <a:noFill/>
            </a:ln>
          </p:spPr>
        </p:pic>
        <p:pic>
          <p:nvPicPr>
            <p:cNvPr id="979" name="Google Shape;979;p19"/>
            <p:cNvPicPr preferRelativeResize="0"/>
            <p:nvPr/>
          </p:nvPicPr>
          <p:blipFill>
            <a:blip r:embed="rId3">
              <a:alphaModFix amt="40000"/>
            </a:blip>
            <a:stretch>
              <a:fillRect/>
            </a:stretch>
          </p:blipFill>
          <p:spPr>
            <a:xfrm>
              <a:off x="8200350" y="289625"/>
              <a:ext cx="1177350" cy="1177350"/>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980"/>
        <p:cNvGrpSpPr/>
        <p:nvPr/>
      </p:nvGrpSpPr>
      <p:grpSpPr>
        <a:xfrm>
          <a:off x="0" y="0"/>
          <a:ext cx="0" cy="0"/>
          <a:chOff x="0" y="0"/>
          <a:chExt cx="0" cy="0"/>
        </a:xfrm>
      </p:grpSpPr>
      <p:pic>
        <p:nvPicPr>
          <p:cNvPr id="981" name="Google Shape;981;p20"/>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982" name="Google Shape;982;p20"/>
          <p:cNvSpPr txBox="1">
            <a:spLocks noGrp="1"/>
          </p:cNvSpPr>
          <p:nvPr>
            <p:ph type="subTitle" idx="1"/>
          </p:nvPr>
        </p:nvSpPr>
        <p:spPr>
          <a:xfrm>
            <a:off x="862425" y="1208737"/>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983" name="Google Shape;983;p20"/>
          <p:cNvSpPr txBox="1">
            <a:spLocks noGrp="1"/>
          </p:cNvSpPr>
          <p:nvPr>
            <p:ph type="subTitle" idx="2"/>
          </p:nvPr>
        </p:nvSpPr>
        <p:spPr>
          <a:xfrm>
            <a:off x="862435" y="1693537"/>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4" name="Google Shape;984;p20"/>
          <p:cNvSpPr txBox="1">
            <a:spLocks noGrp="1"/>
          </p:cNvSpPr>
          <p:nvPr>
            <p:ph type="subTitle" idx="3"/>
          </p:nvPr>
        </p:nvSpPr>
        <p:spPr>
          <a:xfrm>
            <a:off x="4840290" y="1693537"/>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5" name="Google Shape;985;p20"/>
          <p:cNvSpPr txBox="1">
            <a:spLocks noGrp="1"/>
          </p:cNvSpPr>
          <p:nvPr>
            <p:ph type="subTitle" idx="4"/>
          </p:nvPr>
        </p:nvSpPr>
        <p:spPr>
          <a:xfrm>
            <a:off x="862410" y="3312062"/>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6" name="Google Shape;986;p20"/>
          <p:cNvSpPr txBox="1">
            <a:spLocks noGrp="1"/>
          </p:cNvSpPr>
          <p:nvPr>
            <p:ph type="subTitle" idx="5"/>
          </p:nvPr>
        </p:nvSpPr>
        <p:spPr>
          <a:xfrm>
            <a:off x="4840263" y="3312062"/>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7" name="Google Shape;987;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88" name="Google Shape;988;p20"/>
          <p:cNvSpPr txBox="1">
            <a:spLocks noGrp="1"/>
          </p:cNvSpPr>
          <p:nvPr>
            <p:ph type="subTitle" idx="6"/>
          </p:nvPr>
        </p:nvSpPr>
        <p:spPr>
          <a:xfrm>
            <a:off x="862425" y="2827262"/>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989" name="Google Shape;989;p20"/>
          <p:cNvSpPr txBox="1">
            <a:spLocks noGrp="1"/>
          </p:cNvSpPr>
          <p:nvPr>
            <p:ph type="subTitle" idx="7"/>
          </p:nvPr>
        </p:nvSpPr>
        <p:spPr>
          <a:xfrm>
            <a:off x="4840284" y="1208737"/>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990" name="Google Shape;990;p20"/>
          <p:cNvSpPr txBox="1">
            <a:spLocks noGrp="1"/>
          </p:cNvSpPr>
          <p:nvPr>
            <p:ph type="subTitle" idx="8"/>
          </p:nvPr>
        </p:nvSpPr>
        <p:spPr>
          <a:xfrm>
            <a:off x="4840284" y="2827262"/>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991" name="Google Shape;991;p20"/>
          <p:cNvGrpSpPr/>
          <p:nvPr/>
        </p:nvGrpSpPr>
        <p:grpSpPr>
          <a:xfrm>
            <a:off x="-1776656" y="2034654"/>
            <a:ext cx="3040006" cy="1757025"/>
            <a:chOff x="-1776656" y="2034654"/>
            <a:chExt cx="3040006" cy="1757025"/>
          </a:xfrm>
        </p:grpSpPr>
        <p:grpSp>
          <p:nvGrpSpPr>
            <p:cNvPr id="992" name="Google Shape;992;p20"/>
            <p:cNvGrpSpPr/>
            <p:nvPr/>
          </p:nvGrpSpPr>
          <p:grpSpPr>
            <a:xfrm flipH="1">
              <a:off x="-1776656" y="2034654"/>
              <a:ext cx="2590356" cy="1757025"/>
              <a:chOff x="2280775" y="570800"/>
              <a:chExt cx="1702725" cy="1154950"/>
            </a:xfrm>
          </p:grpSpPr>
          <p:sp>
            <p:nvSpPr>
              <p:cNvPr id="993" name="Google Shape;993;p20"/>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0"/>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0"/>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0"/>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0"/>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0"/>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0"/>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0"/>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0"/>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0"/>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0"/>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0"/>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0"/>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0"/>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0"/>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0"/>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0"/>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0"/>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0"/>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0"/>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0"/>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0"/>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0"/>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0"/>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0"/>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0"/>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19" name="Google Shape;1019;p20"/>
            <p:cNvPicPr preferRelativeResize="0"/>
            <p:nvPr/>
          </p:nvPicPr>
          <p:blipFill>
            <a:blip r:embed="rId3">
              <a:alphaModFix amt="40000"/>
            </a:blip>
            <a:stretch>
              <a:fillRect/>
            </a:stretch>
          </p:blipFill>
          <p:spPr>
            <a:xfrm>
              <a:off x="86000" y="2324488"/>
              <a:ext cx="1177350" cy="1177350"/>
            </a:xfrm>
            <a:prstGeom prst="rect">
              <a:avLst/>
            </a:prstGeom>
            <a:noFill/>
            <a:ln>
              <a:noFill/>
            </a:ln>
          </p:spPr>
        </p:pic>
      </p:grpSp>
      <p:grpSp>
        <p:nvGrpSpPr>
          <p:cNvPr id="1020" name="Google Shape;1020;p20"/>
          <p:cNvGrpSpPr/>
          <p:nvPr/>
        </p:nvGrpSpPr>
        <p:grpSpPr>
          <a:xfrm>
            <a:off x="3676700" y="3753121"/>
            <a:ext cx="1627077" cy="3154461"/>
            <a:chOff x="3676700" y="3124942"/>
            <a:chExt cx="1627077" cy="3154461"/>
          </a:xfrm>
        </p:grpSpPr>
        <p:grpSp>
          <p:nvGrpSpPr>
            <p:cNvPr id="1021" name="Google Shape;1021;p20"/>
            <p:cNvGrpSpPr/>
            <p:nvPr/>
          </p:nvGrpSpPr>
          <p:grpSpPr>
            <a:xfrm flipH="1">
              <a:off x="4262562" y="3707759"/>
              <a:ext cx="1041216" cy="2571644"/>
              <a:chOff x="4709050" y="974800"/>
              <a:chExt cx="684425" cy="1690425"/>
            </a:xfrm>
          </p:grpSpPr>
          <p:sp>
            <p:nvSpPr>
              <p:cNvPr id="1022" name="Google Shape;1022;p20"/>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0"/>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0"/>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0"/>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0"/>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0"/>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0"/>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0"/>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0"/>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0"/>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0"/>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0"/>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0"/>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0"/>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0"/>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0"/>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0"/>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0"/>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0"/>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0"/>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0"/>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43" name="Google Shape;1043;p20"/>
            <p:cNvPicPr preferRelativeResize="0"/>
            <p:nvPr/>
          </p:nvPicPr>
          <p:blipFill>
            <a:blip r:embed="rId3">
              <a:alphaModFix amt="40000"/>
            </a:blip>
            <a:stretch>
              <a:fillRect/>
            </a:stretch>
          </p:blipFill>
          <p:spPr>
            <a:xfrm>
              <a:off x="3676700" y="4019813"/>
              <a:ext cx="1177350" cy="1177350"/>
            </a:xfrm>
            <a:prstGeom prst="rect">
              <a:avLst/>
            </a:prstGeom>
            <a:noFill/>
            <a:ln>
              <a:noFill/>
            </a:ln>
          </p:spPr>
        </p:pic>
        <p:pic>
          <p:nvPicPr>
            <p:cNvPr id="1044" name="Google Shape;1044;p20"/>
            <p:cNvPicPr preferRelativeResize="0"/>
            <p:nvPr/>
          </p:nvPicPr>
          <p:blipFill>
            <a:blip r:embed="rId3">
              <a:alphaModFix amt="40000"/>
            </a:blip>
            <a:stretch>
              <a:fillRect/>
            </a:stretch>
          </p:blipFill>
          <p:spPr>
            <a:xfrm>
              <a:off x="3819811" y="3124942"/>
              <a:ext cx="1177350" cy="1177350"/>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045"/>
        <p:cNvGrpSpPr/>
        <p:nvPr/>
      </p:nvGrpSpPr>
      <p:grpSpPr>
        <a:xfrm>
          <a:off x="0" y="0"/>
          <a:ext cx="0" cy="0"/>
          <a:chOff x="0" y="0"/>
          <a:chExt cx="0" cy="0"/>
        </a:xfrm>
      </p:grpSpPr>
      <p:pic>
        <p:nvPicPr>
          <p:cNvPr id="1046" name="Google Shape;1046;p21"/>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047" name="Google Shape;104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48" name="Google Shape;1048;p21"/>
          <p:cNvSpPr txBox="1">
            <a:spLocks noGrp="1"/>
          </p:cNvSpPr>
          <p:nvPr>
            <p:ph type="subTitle" idx="1"/>
          </p:nvPr>
        </p:nvSpPr>
        <p:spPr>
          <a:xfrm>
            <a:off x="720025" y="1654364"/>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49" name="Google Shape;1049;p21"/>
          <p:cNvSpPr txBox="1">
            <a:spLocks noGrp="1"/>
          </p:cNvSpPr>
          <p:nvPr>
            <p:ph type="subTitle" idx="2"/>
          </p:nvPr>
        </p:nvSpPr>
        <p:spPr>
          <a:xfrm>
            <a:off x="3420536" y="1654364"/>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0" name="Google Shape;1050;p21"/>
          <p:cNvSpPr txBox="1">
            <a:spLocks noGrp="1"/>
          </p:cNvSpPr>
          <p:nvPr>
            <p:ph type="subTitle" idx="3"/>
          </p:nvPr>
        </p:nvSpPr>
        <p:spPr>
          <a:xfrm>
            <a:off x="6121046" y="1654364"/>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1" name="Google Shape;1051;p21"/>
          <p:cNvSpPr txBox="1">
            <a:spLocks noGrp="1"/>
          </p:cNvSpPr>
          <p:nvPr>
            <p:ph type="subTitle" idx="4"/>
          </p:nvPr>
        </p:nvSpPr>
        <p:spPr>
          <a:xfrm>
            <a:off x="720025" y="3340881"/>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2" name="Google Shape;1052;p21"/>
          <p:cNvSpPr txBox="1">
            <a:spLocks noGrp="1"/>
          </p:cNvSpPr>
          <p:nvPr>
            <p:ph type="subTitle" idx="5"/>
          </p:nvPr>
        </p:nvSpPr>
        <p:spPr>
          <a:xfrm>
            <a:off x="3420536" y="3340881"/>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3" name="Google Shape;1053;p21"/>
          <p:cNvSpPr txBox="1">
            <a:spLocks noGrp="1"/>
          </p:cNvSpPr>
          <p:nvPr>
            <p:ph type="subTitle" idx="6"/>
          </p:nvPr>
        </p:nvSpPr>
        <p:spPr>
          <a:xfrm>
            <a:off x="6121046" y="3340881"/>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4" name="Google Shape;1054;p21"/>
          <p:cNvSpPr txBox="1">
            <a:spLocks noGrp="1"/>
          </p:cNvSpPr>
          <p:nvPr>
            <p:ph type="subTitle" idx="7"/>
          </p:nvPr>
        </p:nvSpPr>
        <p:spPr>
          <a:xfrm>
            <a:off x="715100" y="1247625"/>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5" name="Google Shape;1055;p21"/>
          <p:cNvSpPr txBox="1">
            <a:spLocks noGrp="1"/>
          </p:cNvSpPr>
          <p:nvPr>
            <p:ph type="subTitle" idx="8"/>
          </p:nvPr>
        </p:nvSpPr>
        <p:spPr>
          <a:xfrm>
            <a:off x="3420538" y="1247625"/>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6" name="Google Shape;1056;p21"/>
          <p:cNvSpPr txBox="1">
            <a:spLocks noGrp="1"/>
          </p:cNvSpPr>
          <p:nvPr>
            <p:ph type="subTitle" idx="9"/>
          </p:nvPr>
        </p:nvSpPr>
        <p:spPr>
          <a:xfrm>
            <a:off x="6125975" y="1247625"/>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7" name="Google Shape;1057;p21"/>
          <p:cNvSpPr txBox="1">
            <a:spLocks noGrp="1"/>
          </p:cNvSpPr>
          <p:nvPr>
            <p:ph type="subTitle" idx="13"/>
          </p:nvPr>
        </p:nvSpPr>
        <p:spPr>
          <a:xfrm>
            <a:off x="715100" y="2934146"/>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8" name="Google Shape;1058;p21"/>
          <p:cNvSpPr txBox="1">
            <a:spLocks noGrp="1"/>
          </p:cNvSpPr>
          <p:nvPr>
            <p:ph type="subTitle" idx="14"/>
          </p:nvPr>
        </p:nvSpPr>
        <p:spPr>
          <a:xfrm>
            <a:off x="3420538" y="2934146"/>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9" name="Google Shape;1059;p21"/>
          <p:cNvSpPr txBox="1">
            <a:spLocks noGrp="1"/>
          </p:cNvSpPr>
          <p:nvPr>
            <p:ph type="subTitle" idx="15"/>
          </p:nvPr>
        </p:nvSpPr>
        <p:spPr>
          <a:xfrm>
            <a:off x="6125975" y="2934146"/>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1060" name="Google Shape;1060;p21"/>
          <p:cNvGrpSpPr/>
          <p:nvPr/>
        </p:nvGrpSpPr>
        <p:grpSpPr>
          <a:xfrm>
            <a:off x="-1065554" y="3844475"/>
            <a:ext cx="2031529" cy="3268579"/>
            <a:chOff x="-500554" y="3636325"/>
            <a:chExt cx="2031529" cy="3268579"/>
          </a:xfrm>
        </p:grpSpPr>
        <p:grpSp>
          <p:nvGrpSpPr>
            <p:cNvPr id="1061" name="Google Shape;1061;p21"/>
            <p:cNvGrpSpPr/>
            <p:nvPr/>
          </p:nvGrpSpPr>
          <p:grpSpPr>
            <a:xfrm rot="-5400000">
              <a:off x="-1283301" y="4624525"/>
              <a:ext cx="3063126" cy="1497633"/>
              <a:chOff x="2191675" y="4192425"/>
              <a:chExt cx="1929650" cy="943450"/>
            </a:xfrm>
          </p:grpSpPr>
          <p:sp>
            <p:nvSpPr>
              <p:cNvPr id="1062" name="Google Shape;1062;p21"/>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1"/>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1"/>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1"/>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1"/>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1"/>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1"/>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1"/>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1"/>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1"/>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1"/>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1"/>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1"/>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1"/>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1"/>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1"/>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1"/>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1"/>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1"/>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1"/>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1"/>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1"/>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1"/>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1"/>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1"/>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1"/>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1"/>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1"/>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1"/>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1"/>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1"/>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1"/>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1"/>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1"/>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1"/>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1"/>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1"/>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1"/>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1"/>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1"/>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1"/>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1"/>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04" name="Google Shape;1104;p21"/>
            <p:cNvPicPr preferRelativeResize="0"/>
            <p:nvPr/>
          </p:nvPicPr>
          <p:blipFill>
            <a:blip r:embed="rId3">
              <a:alphaModFix amt="40000"/>
            </a:blip>
            <a:stretch>
              <a:fillRect/>
            </a:stretch>
          </p:blipFill>
          <p:spPr>
            <a:xfrm>
              <a:off x="353625" y="4124300"/>
              <a:ext cx="1177350" cy="1177350"/>
            </a:xfrm>
            <a:prstGeom prst="rect">
              <a:avLst/>
            </a:prstGeom>
            <a:noFill/>
            <a:ln>
              <a:noFill/>
            </a:ln>
          </p:spPr>
        </p:pic>
        <p:pic>
          <p:nvPicPr>
            <p:cNvPr id="1105" name="Google Shape;1105;p21"/>
            <p:cNvPicPr preferRelativeResize="0"/>
            <p:nvPr/>
          </p:nvPicPr>
          <p:blipFill>
            <a:blip r:embed="rId3">
              <a:alphaModFix amt="40000"/>
            </a:blip>
            <a:stretch>
              <a:fillRect/>
            </a:stretch>
          </p:blipFill>
          <p:spPr>
            <a:xfrm>
              <a:off x="-180275" y="3636325"/>
              <a:ext cx="1177350" cy="1177350"/>
            </a:xfrm>
            <a:prstGeom prst="rect">
              <a:avLst/>
            </a:prstGeom>
            <a:noFill/>
            <a:ln>
              <a:noFill/>
            </a:ln>
          </p:spPr>
        </p:pic>
      </p:grpSp>
      <p:grpSp>
        <p:nvGrpSpPr>
          <p:cNvPr id="1106" name="Google Shape;1106;p21"/>
          <p:cNvGrpSpPr/>
          <p:nvPr/>
        </p:nvGrpSpPr>
        <p:grpSpPr>
          <a:xfrm>
            <a:off x="7590775" y="-1910625"/>
            <a:ext cx="2155267" cy="3391905"/>
            <a:chOff x="7590775" y="-1910625"/>
            <a:chExt cx="2155267" cy="3391905"/>
          </a:xfrm>
        </p:grpSpPr>
        <p:grpSp>
          <p:nvGrpSpPr>
            <p:cNvPr id="1107" name="Google Shape;1107;p21"/>
            <p:cNvGrpSpPr/>
            <p:nvPr/>
          </p:nvGrpSpPr>
          <p:grpSpPr>
            <a:xfrm rot="-5400000">
              <a:off x="7339390" y="-1084534"/>
              <a:ext cx="3232743" cy="1580562"/>
              <a:chOff x="2191675" y="4192425"/>
              <a:chExt cx="1929650" cy="943450"/>
            </a:xfrm>
          </p:grpSpPr>
          <p:sp>
            <p:nvSpPr>
              <p:cNvPr id="1108" name="Google Shape;1108;p21"/>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1"/>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1"/>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1"/>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1"/>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1"/>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1"/>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1"/>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1"/>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1"/>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1"/>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1"/>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1"/>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1"/>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1"/>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1"/>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1"/>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1"/>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1"/>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1"/>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1"/>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1"/>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1"/>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1"/>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1"/>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1"/>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1"/>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1"/>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1"/>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1"/>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1"/>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1"/>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1"/>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1"/>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1"/>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1"/>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1"/>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1"/>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1"/>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1"/>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1"/>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1"/>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50" name="Google Shape;1150;p21"/>
            <p:cNvPicPr preferRelativeResize="0"/>
            <p:nvPr/>
          </p:nvPicPr>
          <p:blipFill>
            <a:blip r:embed="rId3">
              <a:alphaModFix amt="40000"/>
            </a:blip>
            <a:stretch>
              <a:fillRect/>
            </a:stretch>
          </p:blipFill>
          <p:spPr>
            <a:xfrm>
              <a:off x="7590775" y="-196800"/>
              <a:ext cx="1177350" cy="1177350"/>
            </a:xfrm>
            <a:prstGeom prst="rect">
              <a:avLst/>
            </a:prstGeom>
            <a:noFill/>
            <a:ln>
              <a:noFill/>
            </a:ln>
          </p:spPr>
        </p:pic>
        <p:pic>
          <p:nvPicPr>
            <p:cNvPr id="1151" name="Google Shape;1151;p21"/>
            <p:cNvPicPr preferRelativeResize="0"/>
            <p:nvPr/>
          </p:nvPicPr>
          <p:blipFill>
            <a:blip r:embed="rId3">
              <a:alphaModFix amt="40000"/>
            </a:blip>
            <a:stretch>
              <a:fillRect/>
            </a:stretch>
          </p:blipFill>
          <p:spPr>
            <a:xfrm>
              <a:off x="8165475" y="303930"/>
              <a:ext cx="1177350" cy="1177350"/>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152"/>
        <p:cNvGrpSpPr/>
        <p:nvPr/>
      </p:nvGrpSpPr>
      <p:grpSpPr>
        <a:xfrm>
          <a:off x="0" y="0"/>
          <a:ext cx="0" cy="0"/>
          <a:chOff x="0" y="0"/>
          <a:chExt cx="0" cy="0"/>
        </a:xfrm>
      </p:grpSpPr>
      <p:pic>
        <p:nvPicPr>
          <p:cNvPr id="1153" name="Google Shape;1153;p22"/>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154" name="Google Shape;1154;p22"/>
          <p:cNvSpPr txBox="1">
            <a:spLocks noGrp="1"/>
          </p:cNvSpPr>
          <p:nvPr>
            <p:ph type="title" hasCustomPrompt="1"/>
          </p:nvPr>
        </p:nvSpPr>
        <p:spPr>
          <a:xfrm>
            <a:off x="1070755" y="692500"/>
            <a:ext cx="36249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000"/>
              <a:buNone/>
              <a:defRPr sz="5000"/>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r>
              <a:t>xx%</a:t>
            </a:r>
          </a:p>
        </p:txBody>
      </p:sp>
      <p:sp>
        <p:nvSpPr>
          <p:cNvPr id="1155" name="Google Shape;1155;p22"/>
          <p:cNvSpPr txBox="1">
            <a:spLocks noGrp="1"/>
          </p:cNvSpPr>
          <p:nvPr>
            <p:ph type="subTitle" idx="1"/>
          </p:nvPr>
        </p:nvSpPr>
        <p:spPr>
          <a:xfrm>
            <a:off x="1070755" y="1398522"/>
            <a:ext cx="36249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56" name="Google Shape;1156;p22"/>
          <p:cNvSpPr txBox="1">
            <a:spLocks noGrp="1"/>
          </p:cNvSpPr>
          <p:nvPr>
            <p:ph type="title" idx="2" hasCustomPrompt="1"/>
          </p:nvPr>
        </p:nvSpPr>
        <p:spPr>
          <a:xfrm>
            <a:off x="4448345" y="3299758"/>
            <a:ext cx="36249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000"/>
              <a:buNone/>
              <a:defRPr sz="5000"/>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r>
              <a:t>xx%</a:t>
            </a:r>
          </a:p>
        </p:txBody>
      </p:sp>
      <p:sp>
        <p:nvSpPr>
          <p:cNvPr id="1157" name="Google Shape;1157;p22"/>
          <p:cNvSpPr txBox="1">
            <a:spLocks noGrp="1"/>
          </p:cNvSpPr>
          <p:nvPr>
            <p:ph type="subTitle" idx="3"/>
          </p:nvPr>
        </p:nvSpPr>
        <p:spPr>
          <a:xfrm>
            <a:off x="4448345" y="4005780"/>
            <a:ext cx="36249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58" name="Google Shape;1158;p22"/>
          <p:cNvSpPr txBox="1">
            <a:spLocks noGrp="1"/>
          </p:cNvSpPr>
          <p:nvPr>
            <p:ph type="title" idx="4" hasCustomPrompt="1"/>
          </p:nvPr>
        </p:nvSpPr>
        <p:spPr>
          <a:xfrm>
            <a:off x="2784904" y="1996128"/>
            <a:ext cx="36249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000"/>
              <a:buNone/>
              <a:defRPr sz="5000"/>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r>
              <a:t>xx%</a:t>
            </a:r>
          </a:p>
        </p:txBody>
      </p:sp>
      <p:sp>
        <p:nvSpPr>
          <p:cNvPr id="1159" name="Google Shape;1159;p22"/>
          <p:cNvSpPr txBox="1">
            <a:spLocks noGrp="1"/>
          </p:cNvSpPr>
          <p:nvPr>
            <p:ph type="subTitle" idx="5"/>
          </p:nvPr>
        </p:nvSpPr>
        <p:spPr>
          <a:xfrm>
            <a:off x="2784904" y="2702150"/>
            <a:ext cx="36249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1160" name="Google Shape;1160;p22"/>
          <p:cNvGrpSpPr/>
          <p:nvPr/>
        </p:nvGrpSpPr>
        <p:grpSpPr>
          <a:xfrm>
            <a:off x="56250" y="3058850"/>
            <a:ext cx="1772075" cy="3126028"/>
            <a:chOff x="56250" y="3058850"/>
            <a:chExt cx="1772075" cy="3126028"/>
          </a:xfrm>
        </p:grpSpPr>
        <p:grpSp>
          <p:nvGrpSpPr>
            <p:cNvPr id="1161" name="Google Shape;1161;p22"/>
            <p:cNvGrpSpPr/>
            <p:nvPr/>
          </p:nvGrpSpPr>
          <p:grpSpPr>
            <a:xfrm>
              <a:off x="256564" y="3613234"/>
              <a:ext cx="1041216" cy="2571644"/>
              <a:chOff x="4709050" y="974800"/>
              <a:chExt cx="684425" cy="1690425"/>
            </a:xfrm>
          </p:grpSpPr>
          <p:sp>
            <p:nvSpPr>
              <p:cNvPr id="1162" name="Google Shape;1162;p22"/>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2"/>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2"/>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2"/>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2"/>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2"/>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2"/>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2"/>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2"/>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2"/>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2"/>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2"/>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2"/>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2"/>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2"/>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2"/>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2"/>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2"/>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2"/>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2"/>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2"/>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83" name="Google Shape;1183;p22"/>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1184" name="Google Shape;1184;p22"/>
            <p:cNvPicPr preferRelativeResize="0"/>
            <p:nvPr/>
          </p:nvPicPr>
          <p:blipFill>
            <a:blip r:embed="rId3">
              <a:alphaModFix amt="40000"/>
            </a:blip>
            <a:stretch>
              <a:fillRect/>
            </a:stretch>
          </p:blipFill>
          <p:spPr>
            <a:xfrm>
              <a:off x="650975" y="3898925"/>
              <a:ext cx="1177350" cy="1177350"/>
            </a:xfrm>
            <a:prstGeom prst="rect">
              <a:avLst/>
            </a:prstGeom>
            <a:noFill/>
            <a:ln>
              <a:noFill/>
            </a:ln>
          </p:spPr>
        </p:pic>
        <p:pic>
          <p:nvPicPr>
            <p:cNvPr id="1185" name="Google Shape;1185;p22"/>
            <p:cNvPicPr preferRelativeResize="0"/>
            <p:nvPr/>
          </p:nvPicPr>
          <p:blipFill>
            <a:blip r:embed="rId3">
              <a:alphaModFix amt="40000"/>
            </a:blip>
            <a:stretch>
              <a:fillRect/>
            </a:stretch>
          </p:blipFill>
          <p:spPr>
            <a:xfrm>
              <a:off x="56250" y="4236200"/>
              <a:ext cx="1177350" cy="1177350"/>
            </a:xfrm>
            <a:prstGeom prst="rect">
              <a:avLst/>
            </a:prstGeom>
            <a:noFill/>
            <a:ln>
              <a:noFill/>
            </a:ln>
          </p:spPr>
        </p:pic>
      </p:grpSp>
      <p:grpSp>
        <p:nvGrpSpPr>
          <p:cNvPr id="1186" name="Google Shape;1186;p22"/>
          <p:cNvGrpSpPr/>
          <p:nvPr/>
        </p:nvGrpSpPr>
        <p:grpSpPr>
          <a:xfrm>
            <a:off x="7036900" y="-135450"/>
            <a:ext cx="3564951" cy="2530020"/>
            <a:chOff x="7036900" y="-135450"/>
            <a:chExt cx="3564951" cy="2530020"/>
          </a:xfrm>
        </p:grpSpPr>
        <p:grpSp>
          <p:nvGrpSpPr>
            <p:cNvPr id="1187" name="Google Shape;1187;p22"/>
            <p:cNvGrpSpPr/>
            <p:nvPr/>
          </p:nvGrpSpPr>
          <p:grpSpPr>
            <a:xfrm>
              <a:off x="7467304" y="268423"/>
              <a:ext cx="3134546" cy="2126147"/>
              <a:chOff x="2280775" y="570800"/>
              <a:chExt cx="1702725" cy="1154950"/>
            </a:xfrm>
          </p:grpSpPr>
          <p:sp>
            <p:nvSpPr>
              <p:cNvPr id="1188" name="Google Shape;1188;p22"/>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2"/>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2"/>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2"/>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2"/>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2"/>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2"/>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2"/>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2"/>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2"/>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2"/>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2"/>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2"/>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2"/>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2"/>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2"/>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2"/>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2"/>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2"/>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2"/>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2"/>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2"/>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2"/>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2"/>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2"/>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2"/>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14" name="Google Shape;1214;p22"/>
            <p:cNvPicPr preferRelativeResize="0"/>
            <p:nvPr/>
          </p:nvPicPr>
          <p:blipFill>
            <a:blip r:embed="rId3">
              <a:alphaModFix amt="40000"/>
            </a:blip>
            <a:stretch>
              <a:fillRect/>
            </a:stretch>
          </p:blipFill>
          <p:spPr>
            <a:xfrm>
              <a:off x="7036900" y="742825"/>
              <a:ext cx="1177350" cy="1177350"/>
            </a:xfrm>
            <a:prstGeom prst="rect">
              <a:avLst/>
            </a:prstGeom>
            <a:noFill/>
            <a:ln>
              <a:noFill/>
            </a:ln>
          </p:spPr>
        </p:pic>
        <p:pic>
          <p:nvPicPr>
            <p:cNvPr id="1215" name="Google Shape;1215;p22"/>
            <p:cNvPicPr preferRelativeResize="0"/>
            <p:nvPr/>
          </p:nvPicPr>
          <p:blipFill>
            <a:blip r:embed="rId3">
              <a:alphaModFix amt="40000"/>
            </a:blip>
            <a:stretch>
              <a:fillRect/>
            </a:stretch>
          </p:blipFill>
          <p:spPr>
            <a:xfrm>
              <a:off x="7840225" y="-135450"/>
              <a:ext cx="1177350" cy="1177350"/>
            </a:xfrm>
            <a:prstGeom prst="rect">
              <a:avLst/>
            </a:prstGeom>
            <a:noFill/>
            <a:ln>
              <a:noFill/>
            </a:ln>
          </p:spPr>
        </p:pic>
        <p:pic>
          <p:nvPicPr>
            <p:cNvPr id="1216" name="Google Shape;1216;p22"/>
            <p:cNvPicPr preferRelativeResize="0"/>
            <p:nvPr/>
          </p:nvPicPr>
          <p:blipFill>
            <a:blip r:embed="rId3">
              <a:alphaModFix amt="40000"/>
            </a:blip>
            <a:stretch>
              <a:fillRect/>
            </a:stretch>
          </p:blipFill>
          <p:spPr>
            <a:xfrm>
              <a:off x="8092975" y="1032350"/>
              <a:ext cx="1177350" cy="1177350"/>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217"/>
        <p:cNvGrpSpPr/>
        <p:nvPr/>
      </p:nvGrpSpPr>
      <p:grpSpPr>
        <a:xfrm>
          <a:off x="0" y="0"/>
          <a:ext cx="0" cy="0"/>
          <a:chOff x="0" y="0"/>
          <a:chExt cx="0" cy="0"/>
        </a:xfrm>
      </p:grpSpPr>
      <p:pic>
        <p:nvPicPr>
          <p:cNvPr id="1218" name="Google Shape;1218;p23"/>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219" name="Google Shape;1219;p23"/>
          <p:cNvSpPr txBox="1">
            <a:spLocks noGrp="1"/>
          </p:cNvSpPr>
          <p:nvPr>
            <p:ph type="ctrTitle"/>
          </p:nvPr>
        </p:nvSpPr>
        <p:spPr>
          <a:xfrm>
            <a:off x="2429925" y="798950"/>
            <a:ext cx="4284000" cy="99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220" name="Google Shape;1220;p23"/>
          <p:cNvSpPr txBox="1">
            <a:spLocks noGrp="1"/>
          </p:cNvSpPr>
          <p:nvPr>
            <p:ph type="subTitle" idx="1"/>
          </p:nvPr>
        </p:nvSpPr>
        <p:spPr>
          <a:xfrm>
            <a:off x="2425050" y="1833675"/>
            <a:ext cx="4293900" cy="103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4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1221" name="Google Shape;1221;p23"/>
          <p:cNvGrpSpPr/>
          <p:nvPr/>
        </p:nvGrpSpPr>
        <p:grpSpPr>
          <a:xfrm>
            <a:off x="7430950" y="3601525"/>
            <a:ext cx="3913137" cy="1786950"/>
            <a:chOff x="7430950" y="3601525"/>
            <a:chExt cx="3913137" cy="1786950"/>
          </a:xfrm>
        </p:grpSpPr>
        <p:grpSp>
          <p:nvGrpSpPr>
            <p:cNvPr id="1222" name="Google Shape;1222;p23"/>
            <p:cNvGrpSpPr/>
            <p:nvPr/>
          </p:nvGrpSpPr>
          <p:grpSpPr>
            <a:xfrm>
              <a:off x="7802532" y="3702559"/>
              <a:ext cx="3541556" cy="1323917"/>
              <a:chOff x="2133050" y="2071900"/>
              <a:chExt cx="2132825" cy="797300"/>
            </a:xfrm>
          </p:grpSpPr>
          <p:sp>
            <p:nvSpPr>
              <p:cNvPr id="1223" name="Google Shape;1223;p23"/>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3"/>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3"/>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3"/>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3"/>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3"/>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3"/>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3"/>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3"/>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3"/>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3"/>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3"/>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3"/>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3"/>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3"/>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3"/>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3"/>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3"/>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3"/>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3"/>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3"/>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3"/>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3"/>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3"/>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3"/>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3"/>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3"/>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3"/>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3"/>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3"/>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53" name="Google Shape;1253;p23"/>
            <p:cNvPicPr preferRelativeResize="0"/>
            <p:nvPr/>
          </p:nvPicPr>
          <p:blipFill>
            <a:blip r:embed="rId3">
              <a:alphaModFix amt="40000"/>
            </a:blip>
            <a:stretch>
              <a:fillRect/>
            </a:stretch>
          </p:blipFill>
          <p:spPr>
            <a:xfrm>
              <a:off x="7430950" y="4211125"/>
              <a:ext cx="1177350" cy="1177350"/>
            </a:xfrm>
            <a:prstGeom prst="rect">
              <a:avLst/>
            </a:prstGeom>
            <a:noFill/>
            <a:ln>
              <a:noFill/>
            </a:ln>
          </p:spPr>
        </p:pic>
        <p:pic>
          <p:nvPicPr>
            <p:cNvPr id="1254" name="Google Shape;1254;p23"/>
            <p:cNvPicPr preferRelativeResize="0"/>
            <p:nvPr/>
          </p:nvPicPr>
          <p:blipFill>
            <a:blip r:embed="rId3">
              <a:alphaModFix amt="40000"/>
            </a:blip>
            <a:stretch>
              <a:fillRect/>
            </a:stretch>
          </p:blipFill>
          <p:spPr>
            <a:xfrm>
              <a:off x="8323050" y="3601525"/>
              <a:ext cx="1177350" cy="1177350"/>
            </a:xfrm>
            <a:prstGeom prst="rect">
              <a:avLst/>
            </a:prstGeom>
            <a:noFill/>
            <a:ln>
              <a:noFill/>
            </a:ln>
          </p:spPr>
        </p:pic>
      </p:grpSp>
      <p:grpSp>
        <p:nvGrpSpPr>
          <p:cNvPr id="1255" name="Google Shape;1255;p23"/>
          <p:cNvGrpSpPr/>
          <p:nvPr/>
        </p:nvGrpSpPr>
        <p:grpSpPr>
          <a:xfrm>
            <a:off x="-1684333" y="361707"/>
            <a:ext cx="3460658" cy="1718568"/>
            <a:chOff x="-1684333" y="361707"/>
            <a:chExt cx="3460658" cy="1718568"/>
          </a:xfrm>
        </p:grpSpPr>
        <p:grpSp>
          <p:nvGrpSpPr>
            <p:cNvPr id="1256" name="Google Shape;1256;p23"/>
            <p:cNvGrpSpPr/>
            <p:nvPr/>
          </p:nvGrpSpPr>
          <p:grpSpPr>
            <a:xfrm>
              <a:off x="-1684333" y="361707"/>
              <a:ext cx="2907181" cy="1177348"/>
              <a:chOff x="2442775" y="3274750"/>
              <a:chExt cx="1690025" cy="684425"/>
            </a:xfrm>
          </p:grpSpPr>
          <p:sp>
            <p:nvSpPr>
              <p:cNvPr id="1257" name="Google Shape;1257;p23"/>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3"/>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3"/>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3"/>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3"/>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3"/>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3"/>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3"/>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3"/>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3"/>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3"/>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3"/>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3"/>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3"/>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3"/>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3"/>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3"/>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3"/>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3"/>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3"/>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3"/>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78" name="Google Shape;1278;p23"/>
            <p:cNvPicPr preferRelativeResize="0"/>
            <p:nvPr/>
          </p:nvPicPr>
          <p:blipFill>
            <a:blip r:embed="rId3">
              <a:alphaModFix amt="40000"/>
            </a:blip>
            <a:stretch>
              <a:fillRect/>
            </a:stretch>
          </p:blipFill>
          <p:spPr>
            <a:xfrm>
              <a:off x="598975" y="776550"/>
              <a:ext cx="1177350" cy="1177350"/>
            </a:xfrm>
            <a:prstGeom prst="rect">
              <a:avLst/>
            </a:prstGeom>
            <a:noFill/>
            <a:ln>
              <a:noFill/>
            </a:ln>
          </p:spPr>
        </p:pic>
        <p:pic>
          <p:nvPicPr>
            <p:cNvPr id="1279" name="Google Shape;1279;p23"/>
            <p:cNvPicPr preferRelativeResize="0"/>
            <p:nvPr/>
          </p:nvPicPr>
          <p:blipFill>
            <a:blip r:embed="rId3">
              <a:alphaModFix amt="40000"/>
            </a:blip>
            <a:stretch>
              <a:fillRect/>
            </a:stretch>
          </p:blipFill>
          <p:spPr>
            <a:xfrm>
              <a:off x="-367450" y="902925"/>
              <a:ext cx="1177350" cy="1177350"/>
            </a:xfrm>
            <a:prstGeom prst="rect">
              <a:avLst/>
            </a:prstGeom>
            <a:noFill/>
            <a:ln>
              <a:noFill/>
            </a:ln>
          </p:spPr>
        </p:pic>
      </p:grpSp>
      <p:sp>
        <p:nvSpPr>
          <p:cNvPr id="1280" name="Google Shape;1280;p23"/>
          <p:cNvSpPr txBox="1"/>
          <p:nvPr/>
        </p:nvSpPr>
        <p:spPr>
          <a:xfrm>
            <a:off x="2429925" y="2864475"/>
            <a:ext cx="4284000" cy="4836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300"/>
              </a:spcBef>
              <a:spcAft>
                <a:spcPts val="0"/>
              </a:spcAft>
              <a:buNone/>
            </a:pPr>
            <a:r>
              <a:rPr lang="es-419" sz="1000">
                <a:solidFill>
                  <a:schemeClr val="dk1"/>
                </a:solidFill>
                <a:latin typeface="Saira"/>
                <a:ea typeface="Saira"/>
                <a:cs typeface="Saira"/>
                <a:sym typeface="Saira"/>
              </a:rPr>
              <a:t>CREDITS: This presentation template was created by </a:t>
            </a:r>
            <a:r>
              <a:rPr lang="es-419" sz="1000" b="1" u="sng">
                <a:solidFill>
                  <a:schemeClr val="dk1"/>
                </a:solidFill>
                <a:latin typeface="Saira"/>
                <a:ea typeface="Saira"/>
                <a:cs typeface="Saira"/>
                <a:sym typeface="Saira"/>
                <a:hlinkClick r:id="rId4">
                  <a:extLst>
                    <a:ext uri="{A12FA001-AC4F-418D-AE19-62706E023703}">
                      <ahyp:hlinkClr xmlns:ahyp="http://schemas.microsoft.com/office/drawing/2018/hyperlinkcolor" val="tx"/>
                    </a:ext>
                  </a:extLst>
                </a:hlinkClick>
              </a:rPr>
              <a:t>Slidesgo</a:t>
            </a:r>
            <a:r>
              <a:rPr lang="es-419" sz="1000">
                <a:solidFill>
                  <a:schemeClr val="dk1"/>
                </a:solidFill>
                <a:latin typeface="Saira"/>
                <a:ea typeface="Saira"/>
                <a:cs typeface="Saira"/>
                <a:sym typeface="Saira"/>
              </a:rPr>
              <a:t>, and includes icons by </a:t>
            </a:r>
            <a:r>
              <a:rPr lang="es-419" sz="1000" b="1" u="sng">
                <a:solidFill>
                  <a:schemeClr val="dk1"/>
                </a:solidFill>
                <a:latin typeface="Saira"/>
                <a:ea typeface="Saira"/>
                <a:cs typeface="Saira"/>
                <a:sym typeface="Saira"/>
                <a:hlinkClick r:id="rId5">
                  <a:extLst>
                    <a:ext uri="{A12FA001-AC4F-418D-AE19-62706E023703}">
                      <ahyp:hlinkClr xmlns:ahyp="http://schemas.microsoft.com/office/drawing/2018/hyperlinkcolor" val="tx"/>
                    </a:ext>
                  </a:extLst>
                </a:hlinkClick>
              </a:rPr>
              <a:t>Flaticon</a:t>
            </a:r>
            <a:r>
              <a:rPr lang="es-419" sz="1000" b="1">
                <a:solidFill>
                  <a:schemeClr val="dk1"/>
                </a:solidFill>
                <a:latin typeface="Saira"/>
                <a:ea typeface="Saira"/>
                <a:cs typeface="Saira"/>
                <a:sym typeface="Saira"/>
              </a:rPr>
              <a:t> </a:t>
            </a:r>
            <a:r>
              <a:rPr lang="es-419" sz="1000">
                <a:solidFill>
                  <a:schemeClr val="dk1"/>
                </a:solidFill>
                <a:latin typeface="Saira"/>
                <a:ea typeface="Saira"/>
                <a:cs typeface="Saira"/>
                <a:sym typeface="Saira"/>
              </a:rPr>
              <a:t>and infographics &amp; images by </a:t>
            </a:r>
            <a:r>
              <a:rPr lang="es-419" sz="1000" b="1" u="sng">
                <a:solidFill>
                  <a:schemeClr val="dk1"/>
                </a:solidFill>
                <a:latin typeface="Saira"/>
                <a:ea typeface="Saira"/>
                <a:cs typeface="Saira"/>
                <a:sym typeface="Saira"/>
                <a:hlinkClick r:id="rId6">
                  <a:extLst>
                    <a:ext uri="{A12FA001-AC4F-418D-AE19-62706E023703}">
                      <ahyp:hlinkClr xmlns:ahyp="http://schemas.microsoft.com/office/drawing/2018/hyperlinkcolor" val="tx"/>
                    </a:ext>
                  </a:extLst>
                </a:hlinkClick>
              </a:rPr>
              <a:t>Freepik</a:t>
            </a:r>
            <a:endParaRPr sz="1000" b="1" u="sng">
              <a:solidFill>
                <a:schemeClr val="dk1"/>
              </a:solidFill>
              <a:latin typeface="Saira"/>
              <a:ea typeface="Saira"/>
              <a:cs typeface="Saira"/>
              <a:sym typeface="Saira"/>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281"/>
        <p:cNvGrpSpPr/>
        <p:nvPr/>
      </p:nvGrpSpPr>
      <p:grpSpPr>
        <a:xfrm>
          <a:off x="0" y="0"/>
          <a:ext cx="0" cy="0"/>
          <a:chOff x="0" y="0"/>
          <a:chExt cx="0" cy="0"/>
        </a:xfrm>
      </p:grpSpPr>
      <p:pic>
        <p:nvPicPr>
          <p:cNvPr id="1282" name="Google Shape;1282;p24"/>
          <p:cNvPicPr preferRelativeResize="0"/>
          <p:nvPr/>
        </p:nvPicPr>
        <p:blipFill>
          <a:blip r:embed="rId2">
            <a:alphaModFix amt="20000"/>
          </a:blip>
          <a:stretch>
            <a:fillRect/>
          </a:stretch>
        </p:blipFill>
        <p:spPr>
          <a:xfrm>
            <a:off x="0" y="0"/>
            <a:ext cx="9144002" cy="5143500"/>
          </a:xfrm>
          <a:prstGeom prst="rect">
            <a:avLst/>
          </a:prstGeom>
          <a:noFill/>
          <a:ln>
            <a:noFill/>
          </a:ln>
        </p:spPr>
      </p:pic>
      <p:grpSp>
        <p:nvGrpSpPr>
          <p:cNvPr id="1283" name="Google Shape;1283;p24"/>
          <p:cNvGrpSpPr/>
          <p:nvPr/>
        </p:nvGrpSpPr>
        <p:grpSpPr>
          <a:xfrm>
            <a:off x="66900" y="3058850"/>
            <a:ext cx="1768875" cy="3126028"/>
            <a:chOff x="66900" y="3058850"/>
            <a:chExt cx="1768875" cy="3126028"/>
          </a:xfrm>
        </p:grpSpPr>
        <p:grpSp>
          <p:nvGrpSpPr>
            <p:cNvPr id="1284" name="Google Shape;1284;p24"/>
            <p:cNvGrpSpPr/>
            <p:nvPr/>
          </p:nvGrpSpPr>
          <p:grpSpPr>
            <a:xfrm>
              <a:off x="256564" y="3613234"/>
              <a:ext cx="1041216" cy="2571644"/>
              <a:chOff x="4709050" y="974800"/>
              <a:chExt cx="684425" cy="1690425"/>
            </a:xfrm>
          </p:grpSpPr>
          <p:sp>
            <p:nvSpPr>
              <p:cNvPr id="1285" name="Google Shape;1285;p24"/>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4"/>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4"/>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4"/>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4"/>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4"/>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4"/>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4"/>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4"/>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4"/>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4"/>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4"/>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4"/>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4"/>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4"/>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4"/>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4"/>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4"/>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4"/>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4"/>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4"/>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06" name="Google Shape;1306;p24"/>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1307" name="Google Shape;1307;p24"/>
            <p:cNvPicPr preferRelativeResize="0"/>
            <p:nvPr/>
          </p:nvPicPr>
          <p:blipFill>
            <a:blip r:embed="rId3">
              <a:alphaModFix amt="40000"/>
            </a:blip>
            <a:stretch>
              <a:fillRect/>
            </a:stretch>
          </p:blipFill>
          <p:spPr>
            <a:xfrm>
              <a:off x="658425" y="3884050"/>
              <a:ext cx="1177350" cy="1177350"/>
            </a:xfrm>
            <a:prstGeom prst="rect">
              <a:avLst/>
            </a:prstGeom>
            <a:noFill/>
            <a:ln>
              <a:noFill/>
            </a:ln>
          </p:spPr>
        </p:pic>
        <p:pic>
          <p:nvPicPr>
            <p:cNvPr id="1308" name="Google Shape;1308;p24"/>
            <p:cNvPicPr preferRelativeResize="0"/>
            <p:nvPr/>
          </p:nvPicPr>
          <p:blipFill>
            <a:blip r:embed="rId3">
              <a:alphaModFix amt="40000"/>
            </a:blip>
            <a:stretch>
              <a:fillRect/>
            </a:stretch>
          </p:blipFill>
          <p:spPr>
            <a:xfrm>
              <a:off x="66900" y="4310375"/>
              <a:ext cx="1177350" cy="1177350"/>
            </a:xfrm>
            <a:prstGeom prst="rect">
              <a:avLst/>
            </a:prstGeom>
            <a:noFill/>
            <a:ln>
              <a:noFill/>
            </a:ln>
          </p:spPr>
        </p:pic>
      </p:grpSp>
      <p:grpSp>
        <p:nvGrpSpPr>
          <p:cNvPr id="1309" name="Google Shape;1309;p24"/>
          <p:cNvGrpSpPr/>
          <p:nvPr/>
        </p:nvGrpSpPr>
        <p:grpSpPr>
          <a:xfrm>
            <a:off x="7107050" y="-104675"/>
            <a:ext cx="3494801" cy="2499245"/>
            <a:chOff x="7107050" y="-104675"/>
            <a:chExt cx="3494801" cy="2499245"/>
          </a:xfrm>
        </p:grpSpPr>
        <p:grpSp>
          <p:nvGrpSpPr>
            <p:cNvPr id="1310" name="Google Shape;1310;p24"/>
            <p:cNvGrpSpPr/>
            <p:nvPr/>
          </p:nvGrpSpPr>
          <p:grpSpPr>
            <a:xfrm>
              <a:off x="7467304" y="268423"/>
              <a:ext cx="3134546" cy="2126147"/>
              <a:chOff x="2280775" y="570800"/>
              <a:chExt cx="1702725" cy="1154950"/>
            </a:xfrm>
          </p:grpSpPr>
          <p:sp>
            <p:nvSpPr>
              <p:cNvPr id="1311" name="Google Shape;1311;p24"/>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4"/>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4"/>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4"/>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4"/>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4"/>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4"/>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4"/>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4"/>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4"/>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4"/>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4"/>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4"/>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4"/>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4"/>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4"/>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4"/>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4"/>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4"/>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4"/>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4"/>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4"/>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4"/>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4"/>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4"/>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4"/>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37" name="Google Shape;1337;p24"/>
            <p:cNvPicPr preferRelativeResize="0"/>
            <p:nvPr/>
          </p:nvPicPr>
          <p:blipFill>
            <a:blip r:embed="rId3">
              <a:alphaModFix amt="40000"/>
            </a:blip>
            <a:stretch>
              <a:fillRect/>
            </a:stretch>
          </p:blipFill>
          <p:spPr>
            <a:xfrm>
              <a:off x="7107050" y="742825"/>
              <a:ext cx="1177350" cy="1177350"/>
            </a:xfrm>
            <a:prstGeom prst="rect">
              <a:avLst/>
            </a:prstGeom>
            <a:noFill/>
            <a:ln>
              <a:noFill/>
            </a:ln>
          </p:spPr>
        </p:pic>
        <p:pic>
          <p:nvPicPr>
            <p:cNvPr id="1338" name="Google Shape;1338;p24"/>
            <p:cNvPicPr preferRelativeResize="0"/>
            <p:nvPr/>
          </p:nvPicPr>
          <p:blipFill>
            <a:blip r:embed="rId3">
              <a:alphaModFix amt="40000"/>
            </a:blip>
            <a:stretch>
              <a:fillRect/>
            </a:stretch>
          </p:blipFill>
          <p:spPr>
            <a:xfrm>
              <a:off x="7803050" y="-104675"/>
              <a:ext cx="1177350" cy="1177350"/>
            </a:xfrm>
            <a:prstGeom prst="rect">
              <a:avLst/>
            </a:prstGeom>
            <a:noFill/>
            <a:ln>
              <a:noFill/>
            </a:ln>
          </p:spPr>
        </p:pic>
        <p:pic>
          <p:nvPicPr>
            <p:cNvPr id="1339" name="Google Shape;1339;p24"/>
            <p:cNvPicPr preferRelativeResize="0"/>
            <p:nvPr/>
          </p:nvPicPr>
          <p:blipFill>
            <a:blip r:embed="rId3">
              <a:alphaModFix amt="40000"/>
            </a:blip>
            <a:stretch>
              <a:fillRect/>
            </a:stretch>
          </p:blipFill>
          <p:spPr>
            <a:xfrm>
              <a:off x="8100400" y="1072675"/>
              <a:ext cx="1177350" cy="1177350"/>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340"/>
        <p:cNvGrpSpPr/>
        <p:nvPr/>
      </p:nvGrpSpPr>
      <p:grpSpPr>
        <a:xfrm>
          <a:off x="0" y="0"/>
          <a:ext cx="0" cy="0"/>
          <a:chOff x="0" y="0"/>
          <a:chExt cx="0" cy="0"/>
        </a:xfrm>
      </p:grpSpPr>
      <p:pic>
        <p:nvPicPr>
          <p:cNvPr id="1341" name="Google Shape;1341;p25"/>
          <p:cNvPicPr preferRelativeResize="0"/>
          <p:nvPr/>
        </p:nvPicPr>
        <p:blipFill>
          <a:blip r:embed="rId2">
            <a:alphaModFix amt="20000"/>
          </a:blip>
          <a:stretch>
            <a:fillRect/>
          </a:stretch>
        </p:blipFill>
        <p:spPr>
          <a:xfrm>
            <a:off x="0" y="0"/>
            <a:ext cx="9144002" cy="5143500"/>
          </a:xfrm>
          <a:prstGeom prst="rect">
            <a:avLst/>
          </a:prstGeom>
          <a:noFill/>
          <a:ln>
            <a:noFill/>
          </a:ln>
        </p:spPr>
      </p:pic>
      <p:grpSp>
        <p:nvGrpSpPr>
          <p:cNvPr id="1342" name="Google Shape;1342;p25"/>
          <p:cNvGrpSpPr/>
          <p:nvPr/>
        </p:nvGrpSpPr>
        <p:grpSpPr>
          <a:xfrm>
            <a:off x="-1684333" y="361707"/>
            <a:ext cx="3460658" cy="1726043"/>
            <a:chOff x="-1684333" y="361707"/>
            <a:chExt cx="3460658" cy="1726043"/>
          </a:xfrm>
        </p:grpSpPr>
        <p:grpSp>
          <p:nvGrpSpPr>
            <p:cNvPr id="1343" name="Google Shape;1343;p25"/>
            <p:cNvGrpSpPr/>
            <p:nvPr/>
          </p:nvGrpSpPr>
          <p:grpSpPr>
            <a:xfrm>
              <a:off x="-1684333" y="361707"/>
              <a:ext cx="2907181" cy="1177348"/>
              <a:chOff x="2442775" y="3274750"/>
              <a:chExt cx="1690025" cy="684425"/>
            </a:xfrm>
          </p:grpSpPr>
          <p:sp>
            <p:nvSpPr>
              <p:cNvPr id="1344" name="Google Shape;1344;p25"/>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5"/>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5"/>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5"/>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5"/>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5"/>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5"/>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5"/>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5"/>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5"/>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5"/>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5"/>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5"/>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5"/>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5"/>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5"/>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5"/>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5"/>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5"/>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5"/>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5"/>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65" name="Google Shape;1365;p25"/>
            <p:cNvPicPr preferRelativeResize="0"/>
            <p:nvPr/>
          </p:nvPicPr>
          <p:blipFill>
            <a:blip r:embed="rId3">
              <a:alphaModFix amt="40000"/>
            </a:blip>
            <a:stretch>
              <a:fillRect/>
            </a:stretch>
          </p:blipFill>
          <p:spPr>
            <a:xfrm>
              <a:off x="598975" y="776575"/>
              <a:ext cx="1177350" cy="1177350"/>
            </a:xfrm>
            <a:prstGeom prst="rect">
              <a:avLst/>
            </a:prstGeom>
            <a:noFill/>
            <a:ln>
              <a:noFill/>
            </a:ln>
          </p:spPr>
        </p:pic>
        <p:pic>
          <p:nvPicPr>
            <p:cNvPr id="1366" name="Google Shape;1366;p25"/>
            <p:cNvPicPr preferRelativeResize="0"/>
            <p:nvPr/>
          </p:nvPicPr>
          <p:blipFill>
            <a:blip r:embed="rId3">
              <a:alphaModFix amt="40000"/>
            </a:blip>
            <a:stretch>
              <a:fillRect/>
            </a:stretch>
          </p:blipFill>
          <p:spPr>
            <a:xfrm>
              <a:off x="-367450" y="910400"/>
              <a:ext cx="1177350" cy="1177350"/>
            </a:xfrm>
            <a:prstGeom prst="rect">
              <a:avLst/>
            </a:prstGeom>
            <a:noFill/>
            <a:ln>
              <a:noFill/>
            </a:ln>
          </p:spPr>
        </p:pic>
      </p:grpSp>
      <p:grpSp>
        <p:nvGrpSpPr>
          <p:cNvPr id="1367" name="Google Shape;1367;p25"/>
          <p:cNvGrpSpPr/>
          <p:nvPr/>
        </p:nvGrpSpPr>
        <p:grpSpPr>
          <a:xfrm>
            <a:off x="7352875" y="3702559"/>
            <a:ext cx="3991212" cy="1778866"/>
            <a:chOff x="7352875" y="3702559"/>
            <a:chExt cx="3991212" cy="1778866"/>
          </a:xfrm>
        </p:grpSpPr>
        <p:grpSp>
          <p:nvGrpSpPr>
            <p:cNvPr id="1368" name="Google Shape;1368;p25"/>
            <p:cNvGrpSpPr/>
            <p:nvPr/>
          </p:nvGrpSpPr>
          <p:grpSpPr>
            <a:xfrm>
              <a:off x="7802532" y="3702559"/>
              <a:ext cx="3541556" cy="1323917"/>
              <a:chOff x="2133050" y="2071900"/>
              <a:chExt cx="2132825" cy="797300"/>
            </a:xfrm>
          </p:grpSpPr>
          <p:sp>
            <p:nvSpPr>
              <p:cNvPr id="1369" name="Google Shape;1369;p25"/>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5"/>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5"/>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5"/>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5"/>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5"/>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5"/>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5"/>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5"/>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5"/>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5"/>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5"/>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5"/>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5"/>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5"/>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5"/>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5"/>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5"/>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5"/>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5"/>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5"/>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5"/>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5"/>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5"/>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5"/>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5"/>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5"/>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5"/>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5"/>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5"/>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99" name="Google Shape;1399;p25"/>
            <p:cNvPicPr preferRelativeResize="0"/>
            <p:nvPr/>
          </p:nvPicPr>
          <p:blipFill>
            <a:blip r:embed="rId3">
              <a:alphaModFix amt="40000"/>
            </a:blip>
            <a:stretch>
              <a:fillRect/>
            </a:stretch>
          </p:blipFill>
          <p:spPr>
            <a:xfrm>
              <a:off x="7352875" y="4222300"/>
              <a:ext cx="1177350" cy="1177350"/>
            </a:xfrm>
            <a:prstGeom prst="rect">
              <a:avLst/>
            </a:prstGeom>
            <a:noFill/>
            <a:ln>
              <a:noFill/>
            </a:ln>
          </p:spPr>
        </p:pic>
        <p:pic>
          <p:nvPicPr>
            <p:cNvPr id="1400" name="Google Shape;1400;p25"/>
            <p:cNvPicPr preferRelativeResize="0"/>
            <p:nvPr/>
          </p:nvPicPr>
          <p:blipFill>
            <a:blip r:embed="rId3">
              <a:alphaModFix amt="40000"/>
            </a:blip>
            <a:stretch>
              <a:fillRect/>
            </a:stretch>
          </p:blipFill>
          <p:spPr>
            <a:xfrm>
              <a:off x="8371350" y="4304075"/>
              <a:ext cx="1177350" cy="1177350"/>
            </a:xfrm>
            <a:prstGeom prst="rect">
              <a:avLst/>
            </a:prstGeom>
            <a:noFill/>
            <a:ln>
              <a:noFill/>
            </a:ln>
          </p:spPr>
        </p:pic>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04"/>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405"/>
        <p:cNvGrpSpPr/>
        <p:nvPr/>
      </p:nvGrpSpPr>
      <p:grpSpPr>
        <a:xfrm>
          <a:off x="0" y="0"/>
          <a:ext cx="0" cy="0"/>
          <a:chOff x="0" y="0"/>
          <a:chExt cx="0" cy="0"/>
        </a:xfrm>
      </p:grpSpPr>
      <p:sp>
        <p:nvSpPr>
          <p:cNvPr id="1406" name="Google Shape;1406;p2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6.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Aldrich"/>
              <a:buNone/>
              <a:defRPr sz="3500">
                <a:solidFill>
                  <a:schemeClr val="dk1"/>
                </a:solidFill>
                <a:latin typeface="Aldrich"/>
                <a:ea typeface="Aldrich"/>
                <a:cs typeface="Aldrich"/>
                <a:sym typeface="Aldrich"/>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Saira"/>
              <a:buChar char="●"/>
              <a:defRPr sz="1200">
                <a:solidFill>
                  <a:schemeClr val="dk1"/>
                </a:solidFill>
                <a:latin typeface="Saira"/>
                <a:ea typeface="Saira"/>
                <a:cs typeface="Saira"/>
                <a:sym typeface="Saira"/>
              </a:defRPr>
            </a:lvl1pPr>
            <a:lvl2pPr marL="914400" lvl="1"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2pPr>
            <a:lvl3pPr marL="1371600" lvl="2"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3pPr>
            <a:lvl4pPr marL="1828800" lvl="3"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4pPr>
            <a:lvl5pPr marL="2286000" lvl="4"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5pPr>
            <a:lvl6pPr marL="2743200" lvl="5"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6pPr>
            <a:lvl7pPr marL="3200400" lvl="6"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7pPr>
            <a:lvl8pPr marL="3657600" lvl="7"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8pPr>
            <a:lvl9pPr marL="4114800" lvl="8" indent="-304800" rtl="0">
              <a:lnSpc>
                <a:spcPct val="100000"/>
              </a:lnSpc>
              <a:spcBef>
                <a:spcPts val="1600"/>
              </a:spcBef>
              <a:spcAft>
                <a:spcPts val="1600"/>
              </a:spcAft>
              <a:buClr>
                <a:schemeClr val="dk1"/>
              </a:buClr>
              <a:buSzPts val="1200"/>
              <a:buFont typeface="Saira"/>
              <a:buChar char="■"/>
              <a:defRPr sz="1200">
                <a:solidFill>
                  <a:schemeClr val="dk1"/>
                </a:solidFill>
                <a:latin typeface="Saira"/>
                <a:ea typeface="Saira"/>
                <a:cs typeface="Saira"/>
                <a:sym typeface="Saira"/>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01"/>
        <p:cNvGrpSpPr/>
        <p:nvPr/>
      </p:nvGrpSpPr>
      <p:grpSpPr>
        <a:xfrm>
          <a:off x="0" y="0"/>
          <a:ext cx="0" cy="0"/>
          <a:chOff x="0" y="0"/>
          <a:chExt cx="0" cy="0"/>
        </a:xfrm>
      </p:grpSpPr>
      <p:sp>
        <p:nvSpPr>
          <p:cNvPr id="1402" name="Google Shape;1402;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403" name="Google Shape;1403;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3.xml"/><Relationship Id="rId1" Type="http://schemas.openxmlformats.org/officeDocument/2006/relationships/slideLayout" Target="../slideLayouts/slideLayout5.xml"/><Relationship Id="rId5" Type="http://schemas.openxmlformats.org/officeDocument/2006/relationships/image" Target="../media/image4.png"/><Relationship Id="rId4" Type="http://schemas.openxmlformats.org/officeDocument/2006/relationships/hyperlink" Target="https://docs.google.com/spreadsheets/d/1bdi6YKJywEDDAx4S_AnaQAVRrlh0Nsd3B9riPr7TIWg/copy" TargetMode="Externa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xml"/><Relationship Id="rId1" Type="http://schemas.openxmlformats.org/officeDocument/2006/relationships/slideLayout" Target="../slideLayouts/slideLayout16.xml"/><Relationship Id="rId5" Type="http://schemas.openxmlformats.org/officeDocument/2006/relationships/image" Target="../media/image8.jpg"/><Relationship Id="rId4" Type="http://schemas.openxmlformats.org/officeDocument/2006/relationships/image" Target="../media/image7.jpg"/></Relationships>
</file>

<file path=ppt/slides/_rels/slide19.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9.xml"/><Relationship Id="rId1" Type="http://schemas.openxmlformats.org/officeDocument/2006/relationships/slideLayout" Target="../slideLayouts/slideLayout5.xml"/><Relationship Id="rId5" Type="http://schemas.openxmlformats.org/officeDocument/2006/relationships/image" Target="../media/image9.png"/><Relationship Id="rId4" Type="http://schemas.openxmlformats.org/officeDocument/2006/relationships/hyperlink" Target="https://docs.google.com/spreadsheets/d/1bdi6YKJywEDDAx4S_AnaQAVRrlh0Nsd3B9riPr7TIWg/copy"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s://docs.google.com/spreadsheets/d/1bdi6YKJywEDDAx4S_AnaQAVRrlh0Nsd3B9riPr7TIWg/copy" TargetMode="External"/><Relationship Id="rId2" Type="http://schemas.openxmlformats.org/officeDocument/2006/relationships/notesSlide" Target="../notesSlides/notesSlide20.xml"/><Relationship Id="rId1" Type="http://schemas.openxmlformats.org/officeDocument/2006/relationships/slideLayout" Target="../slideLayouts/slideLayout1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0.png"/></Relationships>
</file>

<file path=ppt/slides/_rels/slide21.xml.rels><?xml version="1.0" encoding="UTF-8" standalone="yes"?>
<Relationships xmlns="http://schemas.openxmlformats.org/package/2006/relationships"><Relationship Id="rId3" Type="http://schemas.openxmlformats.org/officeDocument/2006/relationships/hyperlink" Target="https://www.freepik.com/free-vector/abstract-background-with-circuits_1076143.htm/?utm_source=slidesgo_template&amp;utm_medium=referral-link&amp;utm_campaign=sg_resources&amp;utm_content=freepik" TargetMode="External"/><Relationship Id="rId2" Type="http://schemas.openxmlformats.org/officeDocument/2006/relationships/notesSlide" Target="../notesSlides/notesSlide21.xml"/><Relationship Id="rId1" Type="http://schemas.openxmlformats.org/officeDocument/2006/relationships/slideLayout" Target="../slideLayouts/slideLayout17.xml"/><Relationship Id="rId4" Type="http://schemas.openxmlformats.org/officeDocument/2006/relationships/image" Target="../media/image2.png"/></Relationships>
</file>

<file path=ppt/slides/_rels/slide22.xml.rels><?xml version="1.0" encoding="UTF-8" standalone="yes"?>
<Relationships xmlns="http://schemas.openxmlformats.org/package/2006/relationships"><Relationship Id="rId8" Type="http://schemas.openxmlformats.org/officeDocument/2006/relationships/hyperlink" Target="https://www.freepik.com/free-photo/facial-recognition-collage-concept_36295548.htm/?utm_source=slidesgo_template&amp;utm_medium=referral-link&amp;utm_campaign=sg_resources&amp;utm_content=freepik" TargetMode="External"/><Relationship Id="rId3" Type="http://schemas.openxmlformats.org/officeDocument/2006/relationships/hyperlink" Target="https://www.freepik.com/free-vector/modern-cyber-monday-composition-with-flat-design_3189117.htm/?utm_source=slidesgo_template&amp;utm_medium=referral-link&amp;utm_campaign=sg_resources&amp;utm_content=freepik" TargetMode="External"/><Relationship Id="rId7" Type="http://schemas.openxmlformats.org/officeDocument/2006/relationships/hyperlink" Target="https://www.freepik.com/free-photo/close-up-hand-holding-smartphone_19924270.htm/?utm_source=slidesgo_template&amp;utm_medium=referral-link&amp;utm_campaign=sg_resources&amp;utm_content=freepik" TargetMode="External"/><Relationship Id="rId2" Type="http://schemas.openxmlformats.org/officeDocument/2006/relationships/notesSlide" Target="../notesSlides/notesSlide22.xml"/><Relationship Id="rId1" Type="http://schemas.openxmlformats.org/officeDocument/2006/relationships/slideLayout" Target="../slideLayouts/slideLayout14.xml"/><Relationship Id="rId6" Type="http://schemas.openxmlformats.org/officeDocument/2006/relationships/hyperlink" Target="https://www.freepik.com/free-photo/person-using-ai-tool-job_60364076.htm/?utm_source=slidesgo_template&amp;utm_medium=referral-link&amp;utm_campaign=sg_resources&amp;utm_content=freepik" TargetMode="External"/><Relationship Id="rId5" Type="http://schemas.openxmlformats.org/officeDocument/2006/relationships/hyperlink" Target="https://www.freepik.com/free-photo/industrial-designer-working-3d-model_25177114.htm/?utm_source=slidesgo_template&amp;utm_medium=referral-link&amp;utm_campaign=sg_resources&amp;utm_content=freepik" TargetMode="External"/><Relationship Id="rId10" Type="http://schemas.openxmlformats.org/officeDocument/2006/relationships/hyperlink" Target="https://www.freepik.com/free-photo/programming-background-with-person-working-with-codes-computer_38669435.htm/?utm_source=slidesgo_template&amp;utm_medium=referral-link&amp;utm_campaign=sg_resources&amp;utm_content=freepik" TargetMode="External"/><Relationship Id="rId4" Type="http://schemas.openxmlformats.org/officeDocument/2006/relationships/hyperlink" Target="https://www.freepik.com/free-vector/abstract-background-with-circuits_1076143.htm/?utm_source=slidesgo_template&amp;utm_medium=referral-link&amp;utm_campaign=sg_resources&amp;utm_content=freepik" TargetMode="External"/><Relationship Id="rId9" Type="http://schemas.openxmlformats.org/officeDocument/2006/relationships/hyperlink" Target="https://www.freepik.com/free-photo/rpa-concept-with-blurry-hand-touching-screen_2399269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3.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1.xml"/></Relationships>
</file>

<file path=ppt/slides/_rels/slide2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1.xml"/></Relationships>
</file>

<file path=ppt/slides/_rels/slide25.xml.rels><?xml version="1.0" encoding="UTF-8" standalone="yes"?>
<Relationships xmlns="http://schemas.openxmlformats.org/package/2006/relationships"><Relationship Id="rId3" Type="http://schemas.openxmlformats.org/officeDocument/2006/relationships/hyperlink" Target="https://fonts.google.com/specimen/Aldrich" TargetMode="External"/><Relationship Id="rId2" Type="http://schemas.openxmlformats.org/officeDocument/2006/relationships/notesSlide" Target="../notesSlides/notesSlide25.xml"/><Relationship Id="rId1" Type="http://schemas.openxmlformats.org/officeDocument/2006/relationships/slideLayout" Target="../slideLayouts/slideLayout26.xml"/><Relationship Id="rId4" Type="http://schemas.openxmlformats.org/officeDocument/2006/relationships/hyperlink" Target="https://fonts.google.com/specimen/Saira" TargetMode="External"/></Relationships>
</file>

<file path=ppt/slides/_rels/slide2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5.png"/><Relationship Id="rId2" Type="http://schemas.openxmlformats.org/officeDocument/2006/relationships/notesSlide" Target="../notesSlides/notesSlide26.xml"/><Relationship Id="rId1" Type="http://schemas.openxmlformats.org/officeDocument/2006/relationships/slideLayout" Target="../slideLayouts/slideLayout2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3.png"/><Relationship Id="rId4" Type="http://schemas.openxmlformats.org/officeDocument/2006/relationships/image" Target="../media/image11.png"/><Relationship Id="rId9" Type="http://schemas.openxmlformats.org/officeDocument/2006/relationships/image" Target="../media/image12.png"/></Relationships>
</file>

<file path=ppt/slides/_rels/slide2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7.xml"/><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3.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6.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25.xm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410"/>
        <p:cNvGrpSpPr/>
        <p:nvPr/>
      </p:nvGrpSpPr>
      <p:grpSpPr>
        <a:xfrm>
          <a:off x="0" y="0"/>
          <a:ext cx="0" cy="0"/>
          <a:chOff x="0" y="0"/>
          <a:chExt cx="0" cy="0"/>
        </a:xfrm>
      </p:grpSpPr>
      <p:sp>
        <p:nvSpPr>
          <p:cNvPr id="1411" name="Google Shape;1411;p29"/>
          <p:cNvSpPr txBox="1">
            <a:spLocks noGrp="1"/>
          </p:cNvSpPr>
          <p:nvPr>
            <p:ph type="ctrTitle"/>
          </p:nvPr>
        </p:nvSpPr>
        <p:spPr>
          <a:xfrm>
            <a:off x="1568675" y="1027819"/>
            <a:ext cx="6006600" cy="2279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dirty="0" err="1"/>
              <a:t>Information</a:t>
            </a:r>
            <a:r>
              <a:rPr lang="es-419" dirty="0"/>
              <a:t> </a:t>
            </a:r>
            <a:r>
              <a:rPr lang="es-419" dirty="0" err="1"/>
              <a:t>Technology</a:t>
            </a:r>
            <a:r>
              <a:rPr lang="es-419" dirty="0"/>
              <a:t> Project </a:t>
            </a:r>
            <a:r>
              <a:rPr lang="es-419" dirty="0" err="1"/>
              <a:t>Proposal</a:t>
            </a:r>
            <a:endParaRPr dirty="0"/>
          </a:p>
        </p:txBody>
      </p:sp>
      <p:sp>
        <p:nvSpPr>
          <p:cNvPr id="1412" name="Google Shape;1412;p29"/>
          <p:cNvSpPr txBox="1">
            <a:spLocks noGrp="1"/>
          </p:cNvSpPr>
          <p:nvPr>
            <p:ph type="subTitle" idx="1"/>
          </p:nvPr>
        </p:nvSpPr>
        <p:spPr>
          <a:xfrm>
            <a:off x="1962600" y="3706181"/>
            <a:ext cx="5218800" cy="40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dirty="0"/>
              <a:t>Here </a:t>
            </a:r>
            <a:r>
              <a:rPr lang="es-419" dirty="0" err="1"/>
              <a:t>is</a:t>
            </a:r>
            <a:r>
              <a:rPr lang="es-419" dirty="0"/>
              <a:t> </a:t>
            </a:r>
            <a:r>
              <a:rPr lang="es-419" dirty="0" err="1"/>
              <a:t>where</a:t>
            </a:r>
            <a:r>
              <a:rPr lang="es-419" dirty="0"/>
              <a:t> </a:t>
            </a:r>
            <a:r>
              <a:rPr lang="es-419" dirty="0" err="1"/>
              <a:t>your</a:t>
            </a:r>
            <a:r>
              <a:rPr lang="es-419" dirty="0"/>
              <a:t> </a:t>
            </a:r>
            <a:r>
              <a:rPr lang="es-419" dirty="0" err="1"/>
              <a:t>presentation</a:t>
            </a:r>
            <a:r>
              <a:rPr lang="es-419" dirty="0"/>
              <a:t> </a:t>
            </a:r>
            <a:r>
              <a:rPr lang="es-419" dirty="0" err="1"/>
              <a:t>begins</a:t>
            </a:r>
            <a:endParaRPr dirty="0"/>
          </a:p>
        </p:txBody>
      </p:sp>
      <p:cxnSp>
        <p:nvCxnSpPr>
          <p:cNvPr id="1413" name="Google Shape;1413;p29"/>
          <p:cNvCxnSpPr/>
          <p:nvPr/>
        </p:nvCxnSpPr>
        <p:spPr>
          <a:xfrm>
            <a:off x="2145900" y="3459619"/>
            <a:ext cx="4852200" cy="0"/>
          </a:xfrm>
          <a:prstGeom prst="straightConnector1">
            <a:avLst/>
          </a:prstGeom>
          <a:noFill/>
          <a:ln w="19050" cap="flat" cmpd="sng">
            <a:solidFill>
              <a:schemeClr val="dk1"/>
            </a:solidFill>
            <a:prstDash val="solid"/>
            <a:round/>
            <a:headEnd type="oval" w="med" len="med"/>
            <a:tailEnd type="oval" w="med" len="med"/>
          </a:ln>
        </p:spPr>
      </p:cxnSp>
      <p:grpSp>
        <p:nvGrpSpPr>
          <p:cNvPr id="1414" name="Google Shape;1414;p29"/>
          <p:cNvGrpSpPr/>
          <p:nvPr/>
        </p:nvGrpSpPr>
        <p:grpSpPr>
          <a:xfrm>
            <a:off x="0" y="3058850"/>
            <a:ext cx="1731700" cy="3126028"/>
            <a:chOff x="0" y="3058850"/>
            <a:chExt cx="1731700" cy="3126028"/>
          </a:xfrm>
        </p:grpSpPr>
        <p:grpSp>
          <p:nvGrpSpPr>
            <p:cNvPr id="1415" name="Google Shape;1415;p29"/>
            <p:cNvGrpSpPr/>
            <p:nvPr/>
          </p:nvGrpSpPr>
          <p:grpSpPr>
            <a:xfrm>
              <a:off x="256564" y="3613234"/>
              <a:ext cx="1041216" cy="2571644"/>
              <a:chOff x="4709050" y="974800"/>
              <a:chExt cx="684425" cy="1690425"/>
            </a:xfrm>
          </p:grpSpPr>
          <p:sp>
            <p:nvSpPr>
              <p:cNvPr id="1416" name="Google Shape;1416;p29"/>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9"/>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9"/>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9"/>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9"/>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9"/>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9"/>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9"/>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9"/>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9"/>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9"/>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37" name="Google Shape;1437;p29"/>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1438" name="Google Shape;1438;p29"/>
            <p:cNvPicPr preferRelativeResize="0"/>
            <p:nvPr/>
          </p:nvPicPr>
          <p:blipFill>
            <a:blip r:embed="rId3">
              <a:alphaModFix amt="40000"/>
            </a:blip>
            <a:stretch>
              <a:fillRect/>
            </a:stretch>
          </p:blipFill>
          <p:spPr>
            <a:xfrm>
              <a:off x="0" y="4236200"/>
              <a:ext cx="1177350" cy="1177350"/>
            </a:xfrm>
            <a:prstGeom prst="rect">
              <a:avLst/>
            </a:prstGeom>
            <a:noFill/>
            <a:ln>
              <a:noFill/>
            </a:ln>
          </p:spPr>
        </p:pic>
      </p:grpSp>
      <p:grpSp>
        <p:nvGrpSpPr>
          <p:cNvPr id="1439" name="Google Shape;1439;p29"/>
          <p:cNvGrpSpPr/>
          <p:nvPr/>
        </p:nvGrpSpPr>
        <p:grpSpPr>
          <a:xfrm>
            <a:off x="7093325" y="-149525"/>
            <a:ext cx="3508526" cy="2544095"/>
            <a:chOff x="7093325" y="-149525"/>
            <a:chExt cx="3508526" cy="2544095"/>
          </a:xfrm>
        </p:grpSpPr>
        <p:grpSp>
          <p:nvGrpSpPr>
            <p:cNvPr id="1440" name="Google Shape;1440;p29"/>
            <p:cNvGrpSpPr/>
            <p:nvPr/>
          </p:nvGrpSpPr>
          <p:grpSpPr>
            <a:xfrm>
              <a:off x="7467304" y="268423"/>
              <a:ext cx="3134546" cy="2126147"/>
              <a:chOff x="2280775" y="570800"/>
              <a:chExt cx="1702725" cy="1154950"/>
            </a:xfrm>
          </p:grpSpPr>
          <p:sp>
            <p:nvSpPr>
              <p:cNvPr id="1441" name="Google Shape;1441;p29"/>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9"/>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9"/>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9"/>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9"/>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9"/>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9"/>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9"/>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9"/>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9"/>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9"/>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9"/>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9"/>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9"/>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9"/>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9"/>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9"/>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67" name="Google Shape;1467;p29"/>
            <p:cNvPicPr preferRelativeResize="0"/>
            <p:nvPr/>
          </p:nvPicPr>
          <p:blipFill>
            <a:blip r:embed="rId3">
              <a:alphaModFix amt="40000"/>
            </a:blip>
            <a:stretch>
              <a:fillRect/>
            </a:stretch>
          </p:blipFill>
          <p:spPr>
            <a:xfrm>
              <a:off x="7093325" y="742825"/>
              <a:ext cx="1177350" cy="1177350"/>
            </a:xfrm>
            <a:prstGeom prst="rect">
              <a:avLst/>
            </a:prstGeom>
            <a:noFill/>
            <a:ln>
              <a:noFill/>
            </a:ln>
          </p:spPr>
        </p:pic>
        <p:pic>
          <p:nvPicPr>
            <p:cNvPr id="1468" name="Google Shape;1468;p29"/>
            <p:cNvPicPr preferRelativeResize="0"/>
            <p:nvPr/>
          </p:nvPicPr>
          <p:blipFill>
            <a:blip r:embed="rId3">
              <a:alphaModFix amt="40000"/>
            </a:blip>
            <a:stretch>
              <a:fillRect/>
            </a:stretch>
          </p:blipFill>
          <p:spPr>
            <a:xfrm>
              <a:off x="7840225" y="-149525"/>
              <a:ext cx="1177350" cy="1177350"/>
            </a:xfrm>
            <a:prstGeom prst="rect">
              <a:avLst/>
            </a:prstGeom>
            <a:noFill/>
            <a:ln>
              <a:noFill/>
            </a:ln>
          </p:spPr>
        </p:pic>
        <p:pic>
          <p:nvPicPr>
            <p:cNvPr id="1469" name="Google Shape;1469;p29"/>
            <p:cNvPicPr preferRelativeResize="0"/>
            <p:nvPr/>
          </p:nvPicPr>
          <p:blipFill>
            <a:blip r:embed="rId3">
              <a:alphaModFix amt="40000"/>
            </a:blip>
            <a:stretch>
              <a:fillRect/>
            </a:stretch>
          </p:blipFill>
          <p:spPr>
            <a:xfrm>
              <a:off x="8126000" y="1027825"/>
              <a:ext cx="1177350" cy="1177350"/>
            </a:xfrm>
            <a:prstGeom prst="rect">
              <a:avLst/>
            </a:prstGeom>
            <a:noFill/>
            <a:ln>
              <a:noFill/>
            </a:ln>
          </p:spPr>
        </p:pic>
      </p:grpSp>
      <p:grpSp>
        <p:nvGrpSpPr>
          <p:cNvPr id="1470" name="Google Shape;1470;p29"/>
          <p:cNvGrpSpPr/>
          <p:nvPr/>
        </p:nvGrpSpPr>
        <p:grpSpPr>
          <a:xfrm>
            <a:off x="-1312494" y="155294"/>
            <a:ext cx="3417969" cy="1688482"/>
            <a:chOff x="-1312494" y="155294"/>
            <a:chExt cx="3417969" cy="1688482"/>
          </a:xfrm>
        </p:grpSpPr>
        <p:grpSp>
          <p:nvGrpSpPr>
            <p:cNvPr id="1471" name="Google Shape;1471;p29"/>
            <p:cNvGrpSpPr/>
            <p:nvPr/>
          </p:nvGrpSpPr>
          <p:grpSpPr>
            <a:xfrm>
              <a:off x="-1312494" y="155294"/>
              <a:ext cx="2907181" cy="1177348"/>
              <a:chOff x="2442775" y="3274750"/>
              <a:chExt cx="1690025" cy="684425"/>
            </a:xfrm>
          </p:grpSpPr>
          <p:sp>
            <p:nvSpPr>
              <p:cNvPr id="1472" name="Google Shape;1472;p29"/>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9"/>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9"/>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9"/>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9"/>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9"/>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9"/>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9"/>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9"/>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9"/>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9"/>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9"/>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9"/>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9"/>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9"/>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9"/>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9"/>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9"/>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9"/>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9"/>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9"/>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93" name="Google Shape;1493;p29"/>
            <p:cNvPicPr preferRelativeResize="0"/>
            <p:nvPr/>
          </p:nvPicPr>
          <p:blipFill>
            <a:blip r:embed="rId3">
              <a:alphaModFix amt="40000"/>
            </a:blip>
            <a:stretch>
              <a:fillRect/>
            </a:stretch>
          </p:blipFill>
          <p:spPr>
            <a:xfrm>
              <a:off x="0" y="666425"/>
              <a:ext cx="1177350" cy="1177350"/>
            </a:xfrm>
            <a:prstGeom prst="rect">
              <a:avLst/>
            </a:prstGeom>
            <a:noFill/>
            <a:ln>
              <a:noFill/>
            </a:ln>
          </p:spPr>
        </p:pic>
        <p:pic>
          <p:nvPicPr>
            <p:cNvPr id="1494" name="Google Shape;1494;p29"/>
            <p:cNvPicPr preferRelativeResize="0"/>
            <p:nvPr/>
          </p:nvPicPr>
          <p:blipFill>
            <a:blip r:embed="rId3">
              <a:alphaModFix amt="40000"/>
            </a:blip>
            <a:stretch>
              <a:fillRect/>
            </a:stretch>
          </p:blipFill>
          <p:spPr>
            <a:xfrm>
              <a:off x="928125" y="535000"/>
              <a:ext cx="1177350" cy="1177350"/>
            </a:xfrm>
            <a:prstGeom prst="rect">
              <a:avLst/>
            </a:prstGeom>
            <a:noFill/>
            <a:ln>
              <a:noFill/>
            </a:ln>
          </p:spPr>
        </p:pic>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11"/>
                                        </p:tgtEl>
                                        <p:attrNameLst>
                                          <p:attrName>style.visibility</p:attrName>
                                        </p:attrNameLst>
                                      </p:cBhvr>
                                      <p:to>
                                        <p:strVal val="visible"/>
                                      </p:to>
                                    </p:set>
                                    <p:animEffect transition="in" filter="fade">
                                      <p:cBhvr>
                                        <p:cTn id="7" dur="500"/>
                                        <p:tgtEl>
                                          <p:spTgt spid="1411"/>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412">
                                            <p:txEl>
                                              <p:pRg st="0" end="0"/>
                                            </p:txEl>
                                          </p:spTgt>
                                        </p:tgtEl>
                                        <p:attrNameLst>
                                          <p:attrName>style.visibility</p:attrName>
                                        </p:attrNameLst>
                                      </p:cBhvr>
                                      <p:to>
                                        <p:strVal val="visible"/>
                                      </p:to>
                                    </p:set>
                                    <p:anim calcmode="lin" valueType="num">
                                      <p:cBhvr additive="base">
                                        <p:cTn id="12" dur="500" fill="hold"/>
                                        <p:tgtEl>
                                          <p:spTgt spid="1412">
                                            <p:txEl>
                                              <p:pRg st="0" end="0"/>
                                            </p:txEl>
                                          </p:spTgt>
                                        </p:tgtEl>
                                        <p:attrNameLst>
                                          <p:attrName>ppt_x</p:attrName>
                                        </p:attrNameLst>
                                      </p:cBhvr>
                                      <p:tavLst>
                                        <p:tav tm="0">
                                          <p:val>
                                            <p:strVal val="#ppt_x"/>
                                          </p:val>
                                        </p:tav>
                                        <p:tav tm="100000">
                                          <p:val>
                                            <p:strVal val="#ppt_x"/>
                                          </p:val>
                                        </p:tav>
                                      </p:tavLst>
                                    </p:anim>
                                    <p:anim calcmode="lin" valueType="num">
                                      <p:cBhvr additive="base">
                                        <p:cTn id="13" dur="500" fill="hold"/>
                                        <p:tgtEl>
                                          <p:spTgt spid="141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1" grpId="0"/>
      <p:bldP spid="1412"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525"/>
        <p:cNvGrpSpPr/>
        <p:nvPr/>
      </p:nvGrpSpPr>
      <p:grpSpPr>
        <a:xfrm>
          <a:off x="0" y="0"/>
          <a:ext cx="0" cy="0"/>
          <a:chOff x="0" y="0"/>
          <a:chExt cx="0" cy="0"/>
        </a:xfrm>
      </p:grpSpPr>
      <p:sp>
        <p:nvSpPr>
          <p:cNvPr id="1526" name="Google Shape;1526;p32"/>
          <p:cNvSpPr txBox="1">
            <a:spLocks noGrp="1"/>
          </p:cNvSpPr>
          <p:nvPr>
            <p:ph type="body" idx="1"/>
          </p:nvPr>
        </p:nvSpPr>
        <p:spPr>
          <a:xfrm>
            <a:off x="4014809" y="1233809"/>
            <a:ext cx="4175700" cy="236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dirty="0">
                <a:solidFill>
                  <a:schemeClr val="dk1"/>
                </a:solidFill>
              </a:rPr>
              <a:t>Sample problem statement</a:t>
            </a:r>
            <a:endParaRPr lang="en-US" dirty="0"/>
          </a:p>
        </p:txBody>
      </p:sp>
      <p:sp>
        <p:nvSpPr>
          <p:cNvPr id="1527" name="Google Shape;1527;p32"/>
          <p:cNvSpPr txBox="1">
            <a:spLocks noGrp="1"/>
          </p:cNvSpPr>
          <p:nvPr>
            <p:ph type="title"/>
          </p:nvPr>
        </p:nvSpPr>
        <p:spPr>
          <a:xfrm>
            <a:off x="3974166" y="646271"/>
            <a:ext cx="4812323" cy="69061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419" dirty="0" err="1"/>
              <a:t>Problem</a:t>
            </a:r>
            <a:r>
              <a:rPr lang="es-419" dirty="0"/>
              <a:t> </a:t>
            </a:r>
            <a:r>
              <a:rPr lang="es-419" dirty="0" err="1"/>
              <a:t>Statement</a:t>
            </a:r>
            <a:endParaRPr dirty="0"/>
          </a:p>
        </p:txBody>
      </p:sp>
      <p:pic>
        <p:nvPicPr>
          <p:cNvPr id="1528" name="Google Shape;1528;p32"/>
          <p:cNvPicPr preferRelativeResize="0">
            <a:picLocks noGrp="1"/>
          </p:cNvPicPr>
          <p:nvPr>
            <p:ph type="pic" idx="2"/>
          </p:nvPr>
        </p:nvPicPr>
        <p:blipFill rotWithShape="1">
          <a:blip r:embed="rId3">
            <a:alphaModFix/>
          </a:blip>
          <a:srcRect l="3723" t="4899" r="4794" b="4889"/>
          <a:stretch/>
        </p:blipFill>
        <p:spPr>
          <a:xfrm>
            <a:off x="994131" y="694950"/>
            <a:ext cx="2540624" cy="3753600"/>
          </a:xfrm>
          <a:prstGeom prst="rect">
            <a:avLst/>
          </a:prstGeom>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27"/>
                                        </p:tgtEl>
                                        <p:attrNameLst>
                                          <p:attrName>style.visibility</p:attrName>
                                        </p:attrNameLst>
                                      </p:cBhvr>
                                      <p:to>
                                        <p:strVal val="visible"/>
                                      </p:to>
                                    </p:set>
                                    <p:animEffect transition="in" filter="fade">
                                      <p:cBhvr>
                                        <p:cTn id="7" dur="500"/>
                                        <p:tgtEl>
                                          <p:spTgt spid="152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526">
                                            <p:txEl>
                                              <p:pRg st="0" end="0"/>
                                            </p:txEl>
                                          </p:spTgt>
                                        </p:tgtEl>
                                        <p:attrNameLst>
                                          <p:attrName>style.visibility</p:attrName>
                                        </p:attrNameLst>
                                      </p:cBhvr>
                                      <p:to>
                                        <p:strVal val="visible"/>
                                      </p:to>
                                    </p:set>
                                    <p:anim calcmode="lin" valueType="num">
                                      <p:cBhvr additive="base">
                                        <p:cTn id="12" dur="500" fill="hold"/>
                                        <p:tgtEl>
                                          <p:spTgt spid="1526">
                                            <p:txEl>
                                              <p:pRg st="0" end="0"/>
                                            </p:txEl>
                                          </p:spTgt>
                                        </p:tgtEl>
                                        <p:attrNameLst>
                                          <p:attrName>ppt_x</p:attrName>
                                        </p:attrNameLst>
                                      </p:cBhvr>
                                      <p:tavLst>
                                        <p:tav tm="0">
                                          <p:val>
                                            <p:strVal val="#ppt_x"/>
                                          </p:val>
                                        </p:tav>
                                        <p:tav tm="100000">
                                          <p:val>
                                            <p:strVal val="#ppt_x"/>
                                          </p:val>
                                        </p:tav>
                                      </p:tavLst>
                                    </p:anim>
                                    <p:anim calcmode="lin" valueType="num">
                                      <p:cBhvr additive="base">
                                        <p:cTn id="13" dur="500" fill="hold"/>
                                        <p:tgtEl>
                                          <p:spTgt spid="15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6" grpId="0" build="p"/>
      <p:bldP spid="1527"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98"/>
        <p:cNvGrpSpPr/>
        <p:nvPr/>
      </p:nvGrpSpPr>
      <p:grpSpPr>
        <a:xfrm>
          <a:off x="0" y="0"/>
          <a:ext cx="0" cy="0"/>
          <a:chOff x="0" y="0"/>
          <a:chExt cx="0" cy="0"/>
        </a:xfrm>
      </p:grpSpPr>
      <p:sp>
        <p:nvSpPr>
          <p:cNvPr id="1499" name="Google Shape;1499;p30"/>
          <p:cNvSpPr txBox="1">
            <a:spLocks noGrp="1"/>
          </p:cNvSpPr>
          <p:nvPr>
            <p:ph type="title"/>
          </p:nvPr>
        </p:nvSpPr>
        <p:spPr>
          <a:xfrm>
            <a:off x="720000" y="23166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dirty="0" err="1"/>
              <a:t>Our</a:t>
            </a:r>
            <a:r>
              <a:rPr lang="es-419" dirty="0"/>
              <a:t> </a:t>
            </a:r>
            <a:r>
              <a:rPr lang="es-419" dirty="0" err="1"/>
              <a:t>Solution</a:t>
            </a:r>
            <a:endParaRPr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99"/>
                                        </p:tgtEl>
                                        <p:attrNameLst>
                                          <p:attrName>style.visibility</p:attrName>
                                        </p:attrNameLst>
                                      </p:cBhvr>
                                      <p:to>
                                        <p:strVal val="visible"/>
                                      </p:to>
                                    </p:set>
                                    <p:animEffect transition="in" filter="fade">
                                      <p:cBhvr>
                                        <p:cTn id="7" dur="10"/>
                                        <p:tgtEl>
                                          <p:spTgt spid="14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9"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07"/>
        <p:cNvGrpSpPr/>
        <p:nvPr/>
      </p:nvGrpSpPr>
      <p:grpSpPr>
        <a:xfrm>
          <a:off x="0" y="0"/>
          <a:ext cx="0" cy="0"/>
          <a:chOff x="0" y="0"/>
          <a:chExt cx="0" cy="0"/>
        </a:xfrm>
      </p:grpSpPr>
      <p:sp>
        <p:nvSpPr>
          <p:cNvPr id="28" name="Google Shape;1499;p30">
            <a:extLst>
              <a:ext uri="{FF2B5EF4-FFF2-40B4-BE49-F238E27FC236}">
                <a16:creationId xmlns:a16="http://schemas.microsoft.com/office/drawing/2014/main" id="{6142BDEF-B3E4-F381-B9E1-43DFBC614549}"/>
              </a:ext>
            </a:extLst>
          </p:cNvPr>
          <p:cNvSpPr txBox="1">
            <a:spLocks/>
          </p:cNvSpPr>
          <p:nvPr/>
        </p:nvSpPr>
        <p:spPr>
          <a:xfrm>
            <a:off x="720000" y="20118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Aldrich"/>
              <a:buNone/>
              <a:defRPr sz="3500" b="0" i="0" u="none" strike="noStrike" cap="none">
                <a:solidFill>
                  <a:schemeClr val="dk1"/>
                </a:solidFill>
                <a:latin typeface="Aldrich"/>
                <a:ea typeface="Aldrich"/>
                <a:cs typeface="Aldrich"/>
                <a:sym typeface="Aldrich"/>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s-419" dirty="0" err="1"/>
              <a:t>System</a:t>
            </a:r>
            <a:r>
              <a:rPr lang="es-419" dirty="0"/>
              <a:t> </a:t>
            </a:r>
            <a:r>
              <a:rPr lang="es-419" dirty="0" err="1"/>
              <a:t>Architecture</a:t>
            </a:r>
            <a:endParaRPr lang="es-419"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532"/>
        <p:cNvGrpSpPr/>
        <p:nvPr/>
      </p:nvGrpSpPr>
      <p:grpSpPr>
        <a:xfrm>
          <a:off x="0" y="0"/>
          <a:ext cx="0" cy="0"/>
          <a:chOff x="0" y="0"/>
          <a:chExt cx="0" cy="0"/>
        </a:xfrm>
      </p:grpSpPr>
      <p:grpSp>
        <p:nvGrpSpPr>
          <p:cNvPr id="1536" name="Google Shape;1536;p33"/>
          <p:cNvGrpSpPr/>
          <p:nvPr/>
        </p:nvGrpSpPr>
        <p:grpSpPr>
          <a:xfrm>
            <a:off x="-1312494" y="3529769"/>
            <a:ext cx="3277952" cy="1537297"/>
            <a:chOff x="-1312494" y="3529769"/>
            <a:chExt cx="3277952" cy="1537297"/>
          </a:xfrm>
        </p:grpSpPr>
        <p:grpSp>
          <p:nvGrpSpPr>
            <p:cNvPr id="1537" name="Google Shape;1537;p33"/>
            <p:cNvGrpSpPr/>
            <p:nvPr/>
          </p:nvGrpSpPr>
          <p:grpSpPr>
            <a:xfrm>
              <a:off x="-1312494" y="3529769"/>
              <a:ext cx="2907181" cy="1177348"/>
              <a:chOff x="2442775" y="3274750"/>
              <a:chExt cx="1690025" cy="684425"/>
            </a:xfrm>
          </p:grpSpPr>
          <p:sp>
            <p:nvSpPr>
              <p:cNvPr id="1538" name="Google Shape;1538;p33"/>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3"/>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3"/>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3"/>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3"/>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3"/>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3"/>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3"/>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3"/>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3"/>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3"/>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3"/>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3"/>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3"/>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3"/>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3"/>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3"/>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3"/>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3"/>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3"/>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3"/>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9" name="Google Shape;1559;p33"/>
            <p:cNvSpPr/>
            <p:nvPr/>
          </p:nvSpPr>
          <p:spPr>
            <a:xfrm>
              <a:off x="1133858" y="4080540"/>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1560" name="Google Shape;1560;p33"/>
            <p:cNvSpPr/>
            <p:nvPr/>
          </p:nvSpPr>
          <p:spPr>
            <a:xfrm>
              <a:off x="142333" y="4235465"/>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sp>
        <p:nvSpPr>
          <p:cNvPr id="8" name="Google Shape;1499;p30">
            <a:extLst>
              <a:ext uri="{FF2B5EF4-FFF2-40B4-BE49-F238E27FC236}">
                <a16:creationId xmlns:a16="http://schemas.microsoft.com/office/drawing/2014/main" id="{F391DBEC-1BE4-0BB4-2EF7-79B75968FA12}"/>
              </a:ext>
            </a:extLst>
          </p:cNvPr>
          <p:cNvSpPr txBox="1">
            <a:spLocks/>
          </p:cNvSpPr>
          <p:nvPr/>
        </p:nvSpPr>
        <p:spPr>
          <a:xfrm>
            <a:off x="720000" y="20118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Aldrich"/>
              <a:buNone/>
              <a:defRPr sz="3500" b="0" i="0" u="none" strike="noStrike" cap="none">
                <a:solidFill>
                  <a:schemeClr val="dk1"/>
                </a:solidFill>
                <a:latin typeface="Aldrich"/>
                <a:ea typeface="Aldrich"/>
                <a:cs typeface="Aldrich"/>
                <a:sym typeface="Aldrich"/>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s-419" dirty="0"/>
              <a:t>RAG Pipeline Deep Dive</a:t>
            </a: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565"/>
        <p:cNvGrpSpPr/>
        <p:nvPr/>
      </p:nvGrpSpPr>
      <p:grpSpPr>
        <a:xfrm>
          <a:off x="0" y="0"/>
          <a:ext cx="0" cy="0"/>
          <a:chOff x="0" y="0"/>
          <a:chExt cx="0" cy="0"/>
        </a:xfrm>
      </p:grpSpPr>
      <p:sp>
        <p:nvSpPr>
          <p:cNvPr id="12" name="Google Shape;1499;p30">
            <a:extLst>
              <a:ext uri="{FF2B5EF4-FFF2-40B4-BE49-F238E27FC236}">
                <a16:creationId xmlns:a16="http://schemas.microsoft.com/office/drawing/2014/main" id="{9F24CBC4-4F61-FFF8-7A2B-0BC536B22EFD}"/>
              </a:ext>
            </a:extLst>
          </p:cNvPr>
          <p:cNvSpPr txBox="1">
            <a:spLocks/>
          </p:cNvSpPr>
          <p:nvPr/>
        </p:nvSpPr>
        <p:spPr>
          <a:xfrm>
            <a:off x="720000" y="20118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Aldrich"/>
              <a:buNone/>
              <a:defRPr sz="3500" b="0" i="0" u="none" strike="noStrike" cap="none">
                <a:solidFill>
                  <a:schemeClr val="dk1"/>
                </a:solidFill>
                <a:latin typeface="Aldrich"/>
                <a:ea typeface="Aldrich"/>
                <a:cs typeface="Aldrich"/>
                <a:sym typeface="Aldrich"/>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s-419" dirty="0"/>
              <a:t>LLM + AI </a:t>
            </a:r>
            <a:r>
              <a:rPr lang="es-419" dirty="0" err="1"/>
              <a:t>Features</a:t>
            </a:r>
            <a:endParaRPr lang="es-419"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574"/>
        <p:cNvGrpSpPr/>
        <p:nvPr/>
      </p:nvGrpSpPr>
      <p:grpSpPr>
        <a:xfrm>
          <a:off x="0" y="0"/>
          <a:ext cx="0" cy="0"/>
          <a:chOff x="0" y="0"/>
          <a:chExt cx="0" cy="0"/>
        </a:xfrm>
      </p:grpSpPr>
      <p:sp>
        <p:nvSpPr>
          <p:cNvPr id="16" name="Google Shape;1499;p30">
            <a:extLst>
              <a:ext uri="{FF2B5EF4-FFF2-40B4-BE49-F238E27FC236}">
                <a16:creationId xmlns:a16="http://schemas.microsoft.com/office/drawing/2014/main" id="{5331E17C-58C0-C770-E3FB-238F7A5A6A03}"/>
              </a:ext>
            </a:extLst>
          </p:cNvPr>
          <p:cNvSpPr txBox="1">
            <a:spLocks/>
          </p:cNvSpPr>
          <p:nvPr/>
        </p:nvSpPr>
        <p:spPr>
          <a:xfrm>
            <a:off x="720000" y="20118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Aldrich"/>
              <a:buNone/>
              <a:defRPr sz="3500" b="0" i="0" u="none" strike="noStrike" cap="none">
                <a:solidFill>
                  <a:schemeClr val="dk1"/>
                </a:solidFill>
                <a:latin typeface="Aldrich"/>
                <a:ea typeface="Aldrich"/>
                <a:cs typeface="Aldrich"/>
                <a:sym typeface="Aldrich"/>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IN" dirty="0"/>
              <a:t>Evaluation &amp; Performance</a:t>
            </a:r>
            <a:endParaRPr lang="es-419"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585"/>
        <p:cNvGrpSpPr/>
        <p:nvPr/>
      </p:nvGrpSpPr>
      <p:grpSpPr>
        <a:xfrm>
          <a:off x="0" y="0"/>
          <a:ext cx="0" cy="0"/>
          <a:chOff x="0" y="0"/>
          <a:chExt cx="0" cy="0"/>
        </a:xfrm>
      </p:grpSpPr>
      <p:sp>
        <p:nvSpPr>
          <p:cNvPr id="20" name="Google Shape;1499;p30">
            <a:extLst>
              <a:ext uri="{FF2B5EF4-FFF2-40B4-BE49-F238E27FC236}">
                <a16:creationId xmlns:a16="http://schemas.microsoft.com/office/drawing/2014/main" id="{FB310378-EDA0-6BFC-D7AF-080887F1AFAC}"/>
              </a:ext>
            </a:extLst>
          </p:cNvPr>
          <p:cNvSpPr txBox="1">
            <a:spLocks/>
          </p:cNvSpPr>
          <p:nvPr/>
        </p:nvSpPr>
        <p:spPr>
          <a:xfrm>
            <a:off x="720000" y="20118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Aldrich"/>
              <a:buNone/>
              <a:defRPr sz="3500" b="0" i="0" u="none" strike="noStrike" cap="none">
                <a:solidFill>
                  <a:schemeClr val="dk1"/>
                </a:solidFill>
                <a:latin typeface="Aldrich"/>
                <a:ea typeface="Aldrich"/>
                <a:cs typeface="Aldrich"/>
                <a:sym typeface="Aldrich"/>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IN" dirty="0"/>
              <a:t>Demo / Use Case</a:t>
            </a:r>
            <a:endParaRPr lang="es-419" dirty="0"/>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598"/>
        <p:cNvGrpSpPr/>
        <p:nvPr/>
      </p:nvGrpSpPr>
      <p:grpSpPr>
        <a:xfrm>
          <a:off x="0" y="0"/>
          <a:ext cx="0" cy="0"/>
          <a:chOff x="0" y="0"/>
          <a:chExt cx="0" cy="0"/>
        </a:xfrm>
      </p:grpSpPr>
      <p:sp>
        <p:nvSpPr>
          <p:cNvPr id="28" name="Google Shape;1499;p30">
            <a:extLst>
              <a:ext uri="{FF2B5EF4-FFF2-40B4-BE49-F238E27FC236}">
                <a16:creationId xmlns:a16="http://schemas.microsoft.com/office/drawing/2014/main" id="{DA9CD606-BE4B-00EA-AEB1-169D08BEB9BE}"/>
              </a:ext>
            </a:extLst>
          </p:cNvPr>
          <p:cNvSpPr txBox="1">
            <a:spLocks/>
          </p:cNvSpPr>
          <p:nvPr/>
        </p:nvSpPr>
        <p:spPr>
          <a:xfrm>
            <a:off x="720000" y="201185"/>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Aldrich"/>
              <a:buNone/>
              <a:defRPr sz="3500" b="0" i="0" u="none" strike="noStrike" cap="none">
                <a:solidFill>
                  <a:schemeClr val="dk1"/>
                </a:solidFill>
                <a:latin typeface="Aldrich"/>
                <a:ea typeface="Aldrich"/>
                <a:cs typeface="Aldrich"/>
                <a:sym typeface="Aldrich"/>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dirty="0"/>
              <a:t>What Makes Our System Reliable</a:t>
            </a: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625"/>
        <p:cNvGrpSpPr/>
        <p:nvPr/>
      </p:nvGrpSpPr>
      <p:grpSpPr>
        <a:xfrm>
          <a:off x="0" y="0"/>
          <a:ext cx="0" cy="0"/>
          <a:chOff x="0" y="0"/>
          <a:chExt cx="0" cy="0"/>
        </a:xfrm>
      </p:grpSpPr>
      <p:sp>
        <p:nvSpPr>
          <p:cNvPr id="1626" name="Google Shape;1626;p39"/>
          <p:cNvSpPr txBox="1">
            <a:spLocks noGrp="1"/>
          </p:cNvSpPr>
          <p:nvPr>
            <p:ph type="title"/>
          </p:nvPr>
        </p:nvSpPr>
        <p:spPr>
          <a:xfrm>
            <a:off x="2159550" y="1527013"/>
            <a:ext cx="4824900" cy="1170300"/>
          </a:xfrm>
          <a:prstGeom prst="rect">
            <a:avLst/>
          </a:prstGeom>
        </p:spPr>
        <p:txBody>
          <a:bodyPr spcFirstLastPara="1" wrap="square" lIns="91425" tIns="91425" rIns="91425" bIns="91425" anchor="b" anchorCtr="0">
            <a:noAutofit/>
          </a:bodyPr>
          <a:lstStyle/>
          <a:p>
            <a:pPr lvl="0"/>
            <a:r>
              <a:rPr lang="en-IN" dirty="0"/>
              <a:t>Thank You</a:t>
            </a:r>
            <a:endParaRPr dirty="0"/>
          </a:p>
        </p:txBody>
      </p:sp>
      <p:sp>
        <p:nvSpPr>
          <p:cNvPr id="1627" name="Google Shape;1627;p39"/>
          <p:cNvSpPr txBox="1">
            <a:spLocks noGrp="1"/>
          </p:cNvSpPr>
          <p:nvPr>
            <p:ph type="subTitle" idx="1"/>
          </p:nvPr>
        </p:nvSpPr>
        <p:spPr>
          <a:xfrm>
            <a:off x="2159550" y="3051213"/>
            <a:ext cx="4824900" cy="409200"/>
          </a:xfrm>
          <a:prstGeom prst="rect">
            <a:avLst/>
          </a:prstGeom>
        </p:spPr>
        <p:txBody>
          <a:bodyPr spcFirstLastPara="1" wrap="square" lIns="91425" tIns="91425" rIns="91425" bIns="91425" anchor="t" anchorCtr="0">
            <a:noAutofit/>
          </a:bodyPr>
          <a:lstStyle/>
          <a:p>
            <a:pPr marL="0" lvl="0" indent="0"/>
            <a:r>
              <a:rPr lang="en-IN" dirty="0"/>
              <a:t>Questions &amp; Answers</a:t>
            </a:r>
          </a:p>
          <a:p>
            <a:pPr marL="0" lvl="0" indent="0"/>
            <a:r>
              <a:rPr lang="en-IN" dirty="0"/>
              <a:t>Team 4</a:t>
            </a:r>
            <a:endParaRPr dirty="0"/>
          </a:p>
        </p:txBody>
      </p:sp>
      <p:cxnSp>
        <p:nvCxnSpPr>
          <p:cNvPr id="1628" name="Google Shape;1628;p39"/>
          <p:cNvCxnSpPr/>
          <p:nvPr/>
        </p:nvCxnSpPr>
        <p:spPr>
          <a:xfrm>
            <a:off x="2859300" y="2845969"/>
            <a:ext cx="3425400" cy="0"/>
          </a:xfrm>
          <a:prstGeom prst="straightConnector1">
            <a:avLst/>
          </a:prstGeom>
          <a:noFill/>
          <a:ln w="19050" cap="flat" cmpd="sng">
            <a:solidFill>
              <a:schemeClr val="dk1"/>
            </a:solidFill>
            <a:prstDash val="solid"/>
            <a:round/>
            <a:headEnd type="oval" w="med" len="med"/>
            <a:tailEnd type="oval"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26"/>
                                        </p:tgtEl>
                                        <p:attrNameLst>
                                          <p:attrName>style.visibility</p:attrName>
                                        </p:attrNameLst>
                                      </p:cBhvr>
                                      <p:to>
                                        <p:strVal val="visible"/>
                                      </p:to>
                                    </p:set>
                                    <p:animEffect transition="in" filter="fade">
                                      <p:cBhvr>
                                        <p:cTn id="7" dur="500"/>
                                        <p:tgtEl>
                                          <p:spTgt spid="1626"/>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1627">
                                            <p:txEl>
                                              <p:pRg st="0" end="0"/>
                                            </p:txEl>
                                          </p:spTgt>
                                        </p:tgtEl>
                                        <p:attrNameLst>
                                          <p:attrName>style.visibility</p:attrName>
                                        </p:attrNameLst>
                                      </p:cBhvr>
                                      <p:to>
                                        <p:strVal val="visible"/>
                                      </p:to>
                                    </p:set>
                                    <p:anim calcmode="lin" valueType="num">
                                      <p:cBhvr additive="base">
                                        <p:cTn id="12" dur="500" fill="hold"/>
                                        <p:tgtEl>
                                          <p:spTgt spid="1627">
                                            <p:txEl>
                                              <p:pRg st="0" end="0"/>
                                            </p:txEl>
                                          </p:spTgt>
                                        </p:tgtEl>
                                        <p:attrNameLst>
                                          <p:attrName>ppt_x</p:attrName>
                                        </p:attrNameLst>
                                      </p:cBhvr>
                                      <p:tavLst>
                                        <p:tav tm="0">
                                          <p:val>
                                            <p:strVal val="#ppt_x"/>
                                          </p:val>
                                        </p:tav>
                                        <p:tav tm="100000">
                                          <p:val>
                                            <p:strVal val="#ppt_x"/>
                                          </p:val>
                                        </p:tav>
                                      </p:tavLst>
                                    </p:anim>
                                    <p:anim calcmode="lin" valueType="num">
                                      <p:cBhvr additive="base">
                                        <p:cTn id="13" dur="500" fill="hold"/>
                                        <p:tgtEl>
                                          <p:spTgt spid="162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1627">
                                            <p:txEl>
                                              <p:pRg st="1" end="1"/>
                                            </p:txEl>
                                          </p:spTgt>
                                        </p:tgtEl>
                                        <p:attrNameLst>
                                          <p:attrName>style.visibility</p:attrName>
                                        </p:attrNameLst>
                                      </p:cBhvr>
                                      <p:to>
                                        <p:strVal val="visible"/>
                                      </p:to>
                                    </p:set>
                                    <p:anim calcmode="lin" valueType="num">
                                      <p:cBhvr additive="base">
                                        <p:cTn id="18" dur="500" fill="hold"/>
                                        <p:tgtEl>
                                          <p:spTgt spid="1627">
                                            <p:txEl>
                                              <p:pRg st="1" end="1"/>
                                            </p:txEl>
                                          </p:spTgt>
                                        </p:tgtEl>
                                        <p:attrNameLst>
                                          <p:attrName>ppt_x</p:attrName>
                                        </p:attrNameLst>
                                      </p:cBhvr>
                                      <p:tavLst>
                                        <p:tav tm="0">
                                          <p:val>
                                            <p:strVal val="#ppt_x"/>
                                          </p:val>
                                        </p:tav>
                                        <p:tav tm="100000">
                                          <p:val>
                                            <p:strVal val="#ppt_x"/>
                                          </p:val>
                                        </p:tav>
                                      </p:tavLst>
                                    </p:anim>
                                    <p:anim calcmode="lin" valueType="num">
                                      <p:cBhvr additive="base">
                                        <p:cTn id="19" dur="500" fill="hold"/>
                                        <p:tgtEl>
                                          <p:spTgt spid="1627">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38"/>
        <p:cNvGrpSpPr/>
        <p:nvPr/>
      </p:nvGrpSpPr>
      <p:grpSpPr>
        <a:xfrm>
          <a:off x="0" y="0"/>
          <a:ext cx="0" cy="0"/>
          <a:chOff x="0" y="0"/>
          <a:chExt cx="0" cy="0"/>
        </a:xfrm>
      </p:grpSpPr>
      <p:sp>
        <p:nvSpPr>
          <p:cNvPr id="1739" name="Google Shape;1739;p48"/>
          <p:cNvSpPr txBox="1">
            <a:spLocks noGrp="1"/>
          </p:cNvSpPr>
          <p:nvPr>
            <p:ph type="ctrTitle"/>
          </p:nvPr>
        </p:nvSpPr>
        <p:spPr>
          <a:xfrm>
            <a:off x="2429925" y="798950"/>
            <a:ext cx="4284000" cy="99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Thanks!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615"/>
        <p:cNvGrpSpPr/>
        <p:nvPr/>
      </p:nvGrpSpPr>
      <p:grpSpPr>
        <a:xfrm>
          <a:off x="0" y="0"/>
          <a:ext cx="0" cy="0"/>
          <a:chOff x="0" y="0"/>
          <a:chExt cx="0" cy="0"/>
        </a:xfrm>
      </p:grpSpPr>
      <p:sp>
        <p:nvSpPr>
          <p:cNvPr id="1616" name="Google Shape;1616;p38"/>
          <p:cNvSpPr txBox="1">
            <a:spLocks noGrp="1"/>
          </p:cNvSpPr>
          <p:nvPr>
            <p:ph type="title"/>
          </p:nvPr>
        </p:nvSpPr>
        <p:spPr>
          <a:xfrm>
            <a:off x="1070755" y="692500"/>
            <a:ext cx="36249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$500,000</a:t>
            </a:r>
            <a:endParaRPr/>
          </a:p>
        </p:txBody>
      </p:sp>
      <p:sp>
        <p:nvSpPr>
          <p:cNvPr id="1617" name="Google Shape;1617;p38"/>
          <p:cNvSpPr txBox="1">
            <a:spLocks noGrp="1"/>
          </p:cNvSpPr>
          <p:nvPr>
            <p:ph type="subTitle" idx="1"/>
          </p:nvPr>
        </p:nvSpPr>
        <p:spPr>
          <a:xfrm>
            <a:off x="1070755" y="1398522"/>
            <a:ext cx="36249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Net profit of the project</a:t>
            </a:r>
            <a:endParaRPr/>
          </a:p>
        </p:txBody>
      </p:sp>
      <p:sp>
        <p:nvSpPr>
          <p:cNvPr id="1618" name="Google Shape;1618;p38"/>
          <p:cNvSpPr txBox="1">
            <a:spLocks noGrp="1"/>
          </p:cNvSpPr>
          <p:nvPr>
            <p:ph type="subTitle" idx="3"/>
          </p:nvPr>
        </p:nvSpPr>
        <p:spPr>
          <a:xfrm>
            <a:off x="4448345" y="4005780"/>
            <a:ext cx="36249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Break-even point </a:t>
            </a:r>
            <a:endParaRPr/>
          </a:p>
        </p:txBody>
      </p:sp>
      <p:sp>
        <p:nvSpPr>
          <p:cNvPr id="1619" name="Google Shape;1619;p38"/>
          <p:cNvSpPr txBox="1">
            <a:spLocks noGrp="1"/>
          </p:cNvSpPr>
          <p:nvPr>
            <p:ph type="subTitle" idx="5"/>
          </p:nvPr>
        </p:nvSpPr>
        <p:spPr>
          <a:xfrm>
            <a:off x="2784904" y="2702150"/>
            <a:ext cx="36249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Market share in the industry</a:t>
            </a:r>
            <a:endParaRPr/>
          </a:p>
        </p:txBody>
      </p:sp>
      <p:sp>
        <p:nvSpPr>
          <p:cNvPr id="1620" name="Google Shape;1620;p38"/>
          <p:cNvSpPr txBox="1">
            <a:spLocks noGrp="1"/>
          </p:cNvSpPr>
          <p:nvPr>
            <p:ph type="title" idx="2"/>
          </p:nvPr>
        </p:nvSpPr>
        <p:spPr>
          <a:xfrm>
            <a:off x="4448345" y="3299758"/>
            <a:ext cx="36249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200 units</a:t>
            </a:r>
            <a:endParaRPr/>
          </a:p>
        </p:txBody>
      </p:sp>
      <p:sp>
        <p:nvSpPr>
          <p:cNvPr id="1621" name="Google Shape;1621;p38"/>
          <p:cNvSpPr txBox="1">
            <a:spLocks noGrp="1"/>
          </p:cNvSpPr>
          <p:nvPr>
            <p:ph type="title" idx="4"/>
          </p:nvPr>
        </p:nvSpPr>
        <p:spPr>
          <a:xfrm>
            <a:off x="2784904" y="1996128"/>
            <a:ext cx="36249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dirty="0"/>
              <a:t>25%</a:t>
            </a:r>
            <a:endParaRPr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32"/>
        <p:cNvGrpSpPr/>
        <p:nvPr/>
      </p:nvGrpSpPr>
      <p:grpSpPr>
        <a:xfrm>
          <a:off x="0" y="0"/>
          <a:ext cx="0" cy="0"/>
          <a:chOff x="0" y="0"/>
          <a:chExt cx="0" cy="0"/>
        </a:xfrm>
      </p:grpSpPr>
      <p:sp>
        <p:nvSpPr>
          <p:cNvPr id="1633" name="Google Shape;163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data</a:t>
            </a:r>
            <a:endParaRPr>
              <a:solidFill>
                <a:srgbClr val="EFEFEF"/>
              </a:solidFill>
            </a:endParaRPr>
          </a:p>
        </p:txBody>
      </p:sp>
      <p:sp>
        <p:nvSpPr>
          <p:cNvPr id="1634" name="Google Shape;1634;p40"/>
          <p:cNvSpPr txBox="1"/>
          <p:nvPr/>
        </p:nvSpPr>
        <p:spPr>
          <a:xfrm>
            <a:off x="1090450" y="1755425"/>
            <a:ext cx="3119400" cy="481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s-419" sz="1800">
                <a:solidFill>
                  <a:schemeClr val="dk1"/>
                </a:solidFill>
                <a:latin typeface="Aldrich"/>
                <a:ea typeface="Aldrich"/>
                <a:cs typeface="Aldrich"/>
                <a:sym typeface="Aldrich"/>
              </a:rPr>
              <a:t>Benefits of using graphs</a:t>
            </a:r>
            <a:endParaRPr sz="1800">
              <a:solidFill>
                <a:schemeClr val="dk1"/>
              </a:solidFill>
              <a:latin typeface="Aldrich"/>
              <a:ea typeface="Aldrich"/>
              <a:cs typeface="Aldrich"/>
              <a:sym typeface="Aldrich"/>
            </a:endParaRPr>
          </a:p>
        </p:txBody>
      </p:sp>
      <p:sp>
        <p:nvSpPr>
          <p:cNvPr id="1635" name="Google Shape;1635;p40"/>
          <p:cNvSpPr txBox="1"/>
          <p:nvPr/>
        </p:nvSpPr>
        <p:spPr>
          <a:xfrm>
            <a:off x="4463450" y="3910225"/>
            <a:ext cx="3590100" cy="481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chemeClr val="dk1"/>
                </a:solidFill>
                <a:latin typeface="Saira"/>
                <a:ea typeface="Saira"/>
                <a:cs typeface="Saira"/>
                <a:sym typeface="Saira"/>
              </a:rPr>
              <a:t>Follow the link in the graph to modify its data and then paste the new one here. </a:t>
            </a:r>
            <a:r>
              <a:rPr lang="es-419" sz="1000" b="1" u="sng">
                <a:solidFill>
                  <a:schemeClr val="dk1"/>
                </a:solidFill>
                <a:latin typeface="Saira"/>
                <a:ea typeface="Saira"/>
                <a:cs typeface="Saira"/>
                <a:sym typeface="Saira"/>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Saira"/>
              <a:ea typeface="Saira"/>
              <a:cs typeface="Saira"/>
              <a:sym typeface="Saira"/>
            </a:endParaRPr>
          </a:p>
        </p:txBody>
      </p:sp>
      <p:sp>
        <p:nvSpPr>
          <p:cNvPr id="1636" name="Google Shape;1636;p40"/>
          <p:cNvSpPr txBox="1"/>
          <p:nvPr/>
        </p:nvSpPr>
        <p:spPr>
          <a:xfrm>
            <a:off x="1090450" y="2236375"/>
            <a:ext cx="3119400" cy="1456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s-419" sz="1200">
                <a:solidFill>
                  <a:schemeClr val="dk1"/>
                </a:solidFill>
                <a:latin typeface="Saira"/>
                <a:ea typeface="Saira"/>
                <a:cs typeface="Saira"/>
                <a:sym typeface="Saira"/>
              </a:rPr>
              <a:t>Graphs in project proposals offer visual organization, enabling clear presentation of information in a structured format. They enhance the visual appeal, facilitate data comparison and improve overall clarity and professionalism of your project proposal</a:t>
            </a:r>
            <a:endParaRPr sz="1200">
              <a:solidFill>
                <a:schemeClr val="dk1"/>
              </a:solidFill>
              <a:latin typeface="Saira"/>
              <a:ea typeface="Saira"/>
              <a:cs typeface="Saira"/>
              <a:sym typeface="Saira"/>
            </a:endParaRPr>
          </a:p>
        </p:txBody>
      </p:sp>
      <p:pic>
        <p:nvPicPr>
          <p:cNvPr id="1637" name="Google Shape;1637;p40" title="Gráfico">
            <a:hlinkClick r:id="rId4"/>
          </p:cNvPr>
          <p:cNvPicPr preferRelativeResize="0"/>
          <p:nvPr/>
        </p:nvPicPr>
        <p:blipFill>
          <a:blip r:embed="rId5">
            <a:alphaModFix/>
          </a:blip>
          <a:stretch>
            <a:fillRect/>
          </a:stretch>
        </p:blipFill>
        <p:spPr>
          <a:xfrm>
            <a:off x="4502938" y="1586775"/>
            <a:ext cx="3511125" cy="2171049"/>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41"/>
        <p:cNvGrpSpPr/>
        <p:nvPr/>
      </p:nvGrpSpPr>
      <p:grpSpPr>
        <a:xfrm>
          <a:off x="0" y="0"/>
          <a:ext cx="0" cy="0"/>
          <a:chOff x="0" y="0"/>
          <a:chExt cx="0" cy="0"/>
        </a:xfrm>
      </p:grpSpPr>
      <p:sp>
        <p:nvSpPr>
          <p:cNvPr id="1642" name="Google Shape;1642;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activities</a:t>
            </a:r>
            <a:endParaRPr/>
          </a:p>
        </p:txBody>
      </p:sp>
      <p:graphicFrame>
        <p:nvGraphicFramePr>
          <p:cNvPr id="1643" name="Google Shape;1643;p41"/>
          <p:cNvGraphicFramePr/>
          <p:nvPr/>
        </p:nvGraphicFramePr>
        <p:xfrm>
          <a:off x="719963" y="1237810"/>
          <a:ext cx="7704000" cy="3289975"/>
        </p:xfrm>
        <a:graphic>
          <a:graphicData uri="http://schemas.openxmlformats.org/drawingml/2006/table">
            <a:tbl>
              <a:tblPr>
                <a:noFill/>
                <a:tableStyleId>{9F9D104D-107F-49FE-80C1-98C82FB079F0}</a:tableStyleId>
              </a:tblPr>
              <a:tblGrid>
                <a:gridCol w="1464375">
                  <a:extLst>
                    <a:ext uri="{9D8B030D-6E8A-4147-A177-3AD203B41FA5}">
                      <a16:colId xmlns:a16="http://schemas.microsoft.com/office/drawing/2014/main" val="20000"/>
                    </a:ext>
                  </a:extLst>
                </a:gridCol>
                <a:gridCol w="1247925">
                  <a:extLst>
                    <a:ext uri="{9D8B030D-6E8A-4147-A177-3AD203B41FA5}">
                      <a16:colId xmlns:a16="http://schemas.microsoft.com/office/drawing/2014/main" val="20001"/>
                    </a:ext>
                  </a:extLst>
                </a:gridCol>
                <a:gridCol w="1247925">
                  <a:extLst>
                    <a:ext uri="{9D8B030D-6E8A-4147-A177-3AD203B41FA5}">
                      <a16:colId xmlns:a16="http://schemas.microsoft.com/office/drawing/2014/main" val="20002"/>
                    </a:ext>
                  </a:extLst>
                </a:gridCol>
                <a:gridCol w="1247925">
                  <a:extLst>
                    <a:ext uri="{9D8B030D-6E8A-4147-A177-3AD203B41FA5}">
                      <a16:colId xmlns:a16="http://schemas.microsoft.com/office/drawing/2014/main" val="20003"/>
                    </a:ext>
                  </a:extLst>
                </a:gridCol>
                <a:gridCol w="1247925">
                  <a:extLst>
                    <a:ext uri="{9D8B030D-6E8A-4147-A177-3AD203B41FA5}">
                      <a16:colId xmlns:a16="http://schemas.microsoft.com/office/drawing/2014/main" val="20004"/>
                    </a:ext>
                  </a:extLst>
                </a:gridCol>
                <a:gridCol w="1247925">
                  <a:extLst>
                    <a:ext uri="{9D8B030D-6E8A-4147-A177-3AD203B41FA5}">
                      <a16:colId xmlns:a16="http://schemas.microsoft.com/office/drawing/2014/main" val="20005"/>
                    </a:ext>
                  </a:extLst>
                </a:gridCol>
              </a:tblGrid>
              <a:tr h="457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Activity</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Start date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End date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s-419" sz="1200">
                          <a:solidFill>
                            <a:schemeClr val="dk1"/>
                          </a:solidFill>
                          <a:latin typeface="Aldrich"/>
                          <a:ea typeface="Aldrich"/>
                          <a:cs typeface="Aldrich"/>
                          <a:sym typeface="Aldrich"/>
                        </a:rPr>
                        <a:t>Resource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Cost</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Revenue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Market research</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Market</a:t>
                      </a:r>
                      <a:endParaRPr sz="1200">
                        <a:solidFill>
                          <a:schemeClr val="dk1"/>
                        </a:solidFill>
                        <a:latin typeface="Aldrich"/>
                        <a:ea typeface="Aldrich"/>
                        <a:cs typeface="Aldrich"/>
                        <a:sym typeface="Aldrich"/>
                      </a:endParaRPr>
                    </a:p>
                    <a:p>
                      <a:pPr marL="0" lvl="0" indent="0" algn="ctr" rtl="0">
                        <a:spcBef>
                          <a:spcPts val="0"/>
                        </a:spcBef>
                        <a:spcAft>
                          <a:spcPts val="0"/>
                        </a:spcAft>
                        <a:buNone/>
                      </a:pPr>
                      <a:r>
                        <a:rPr lang="es-419" sz="1200">
                          <a:solidFill>
                            <a:schemeClr val="dk1"/>
                          </a:solidFill>
                          <a:latin typeface="Aldrich"/>
                          <a:ea typeface="Aldrich"/>
                          <a:cs typeface="Aldrich"/>
                          <a:sym typeface="Aldrich"/>
                        </a:rPr>
                        <a:t>research firm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$20,000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$200,000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Product development</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1/16/20XX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6/30/20XX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R&amp;D team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$200,000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$350,000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64375">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Beta testing</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7/1/20XX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8/15/20XX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Beta testers</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$300,000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Marketing campaign</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Advertising agency</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$400,000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Product launch</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1/16/20XX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6/30/20XX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Sales team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$50,000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$500,000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Post-launch support</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7/1/20XX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8/15/20XX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Support team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$50,000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$800,000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647"/>
        <p:cNvGrpSpPr/>
        <p:nvPr/>
      </p:nvGrpSpPr>
      <p:grpSpPr>
        <a:xfrm>
          <a:off x="0" y="0"/>
          <a:ext cx="0" cy="0"/>
          <a:chOff x="0" y="0"/>
          <a:chExt cx="0" cy="0"/>
        </a:xfrm>
      </p:grpSpPr>
      <p:sp>
        <p:nvSpPr>
          <p:cNvPr id="1648" name="Google Shape;1648;p42"/>
          <p:cNvSpPr txBox="1">
            <a:spLocks noGrp="1"/>
          </p:cNvSpPr>
          <p:nvPr>
            <p:ph type="title"/>
          </p:nvPr>
        </p:nvSpPr>
        <p:spPr>
          <a:xfrm>
            <a:off x="1203288" y="818650"/>
            <a:ext cx="3900900" cy="130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419"/>
              <a:t>What to show in a mockup</a:t>
            </a:r>
            <a:endParaRPr/>
          </a:p>
        </p:txBody>
      </p:sp>
      <p:sp>
        <p:nvSpPr>
          <p:cNvPr id="1649" name="Google Shape;1649;p42"/>
          <p:cNvSpPr txBox="1">
            <a:spLocks noGrp="1"/>
          </p:cNvSpPr>
          <p:nvPr>
            <p:ph type="subTitle" idx="1"/>
          </p:nvPr>
        </p:nvSpPr>
        <p:spPr>
          <a:xfrm>
            <a:off x="1203288" y="2119550"/>
            <a:ext cx="3900900" cy="22053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AutoNum type="arabicPeriod"/>
            </a:pPr>
            <a:r>
              <a:rPr lang="es-419"/>
              <a:t>Product/website description: A brief overview of the product/website, including its key features, dimensions, and materials used</a:t>
            </a:r>
            <a:endParaRPr/>
          </a:p>
          <a:p>
            <a:pPr marL="457200" lvl="0" indent="-304800" algn="l" rtl="0">
              <a:spcBef>
                <a:spcPts val="0"/>
              </a:spcBef>
              <a:spcAft>
                <a:spcPts val="0"/>
              </a:spcAft>
              <a:buSzPts val="1200"/>
              <a:buAutoNum type="arabicPeriod"/>
            </a:pPr>
            <a:r>
              <a:rPr lang="es-419"/>
              <a:t>Features and benefits: A detailed explanation of the product's/website's features and how they will benefit the user</a:t>
            </a:r>
            <a:endParaRPr/>
          </a:p>
          <a:p>
            <a:pPr marL="457200" lvl="0" indent="-304800" algn="l" rtl="0">
              <a:spcBef>
                <a:spcPts val="0"/>
              </a:spcBef>
              <a:spcAft>
                <a:spcPts val="0"/>
              </a:spcAft>
              <a:buSzPts val="1200"/>
              <a:buAutoNum type="arabicPeriod"/>
            </a:pPr>
            <a:r>
              <a:rPr lang="es-419"/>
              <a:t>Technical specifications: A list of the product's/website's technical specifications, such as dimensions, weight, power requirements, connectivity options and hosting platform</a:t>
            </a:r>
            <a:endParaRPr/>
          </a:p>
        </p:txBody>
      </p:sp>
      <p:grpSp>
        <p:nvGrpSpPr>
          <p:cNvPr id="1650" name="Google Shape;1650;p42"/>
          <p:cNvGrpSpPr/>
          <p:nvPr/>
        </p:nvGrpSpPr>
        <p:grpSpPr>
          <a:xfrm>
            <a:off x="5571013" y="633150"/>
            <a:ext cx="2369700" cy="3877200"/>
            <a:chOff x="5553375" y="633150"/>
            <a:chExt cx="2369700" cy="3877200"/>
          </a:xfrm>
        </p:grpSpPr>
        <p:sp>
          <p:nvSpPr>
            <p:cNvPr id="1651" name="Google Shape;1651;p42"/>
            <p:cNvSpPr/>
            <p:nvPr/>
          </p:nvSpPr>
          <p:spPr>
            <a:xfrm>
              <a:off x="5553375" y="633150"/>
              <a:ext cx="2369700" cy="38772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1652" name="Google Shape;1652;p42"/>
            <p:cNvSpPr/>
            <p:nvPr/>
          </p:nvSpPr>
          <p:spPr>
            <a:xfrm>
              <a:off x="6122925" y="4250450"/>
              <a:ext cx="1230600" cy="1083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1653" name="Google Shape;1653;p42"/>
            <p:cNvSpPr/>
            <p:nvPr/>
          </p:nvSpPr>
          <p:spPr>
            <a:xfrm>
              <a:off x="6486825" y="805500"/>
              <a:ext cx="502800" cy="573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pic>
        <p:nvPicPr>
          <p:cNvPr id="1654" name="Google Shape;1654;p42"/>
          <p:cNvPicPr preferRelativeResize="0"/>
          <p:nvPr/>
        </p:nvPicPr>
        <p:blipFill rotWithShape="1">
          <a:blip r:embed="rId3">
            <a:alphaModFix/>
          </a:blip>
          <a:srcRect l="24494" r="18131"/>
          <a:stretch/>
        </p:blipFill>
        <p:spPr>
          <a:xfrm>
            <a:off x="5683638" y="1167350"/>
            <a:ext cx="2144425" cy="2808799"/>
          </a:xfrm>
          <a:prstGeom prst="rect">
            <a:avLst/>
          </a:prstGeom>
          <a:noFill/>
          <a:ln w="9525" cap="flat" cmpd="sng">
            <a:solidFill>
              <a:schemeClr val="dk1"/>
            </a:solidFill>
            <a:prstDash val="solid"/>
            <a:round/>
            <a:headEnd type="none" w="sm" len="sm"/>
            <a:tailEnd type="none" w="sm" len="sm"/>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58"/>
        <p:cNvGrpSpPr/>
        <p:nvPr/>
      </p:nvGrpSpPr>
      <p:grpSpPr>
        <a:xfrm>
          <a:off x="0" y="0"/>
          <a:ext cx="0" cy="0"/>
          <a:chOff x="0" y="0"/>
          <a:chExt cx="0" cy="0"/>
        </a:xfrm>
      </p:grpSpPr>
      <p:sp>
        <p:nvSpPr>
          <p:cNvPr id="1659" name="Google Shape;1659;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timeline</a:t>
            </a:r>
            <a:endParaRPr/>
          </a:p>
        </p:txBody>
      </p:sp>
      <p:sp>
        <p:nvSpPr>
          <p:cNvPr id="1660" name="Google Shape;1660;p43"/>
          <p:cNvSpPr/>
          <p:nvPr/>
        </p:nvSpPr>
        <p:spPr>
          <a:xfrm>
            <a:off x="15311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3"/>
          <p:cNvSpPr/>
          <p:nvPr/>
        </p:nvSpPr>
        <p:spPr>
          <a:xfrm>
            <a:off x="34950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3"/>
          <p:cNvSpPr/>
          <p:nvPr/>
        </p:nvSpPr>
        <p:spPr>
          <a:xfrm>
            <a:off x="54589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3"/>
          <p:cNvSpPr/>
          <p:nvPr/>
        </p:nvSpPr>
        <p:spPr>
          <a:xfrm>
            <a:off x="74228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3"/>
          <p:cNvSpPr txBox="1"/>
          <p:nvPr/>
        </p:nvSpPr>
        <p:spPr>
          <a:xfrm flipH="1">
            <a:off x="7131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Conduct market research and analyze the target audience to identify opportunities</a:t>
            </a:r>
            <a:endParaRPr sz="1200">
              <a:solidFill>
                <a:schemeClr val="dk1"/>
              </a:solidFill>
              <a:latin typeface="Saira"/>
              <a:ea typeface="Saira"/>
              <a:cs typeface="Saira"/>
              <a:sym typeface="Saira"/>
            </a:endParaRPr>
          </a:p>
        </p:txBody>
      </p:sp>
      <p:sp>
        <p:nvSpPr>
          <p:cNvPr id="1665" name="Google Shape;1665;p43"/>
          <p:cNvSpPr txBox="1"/>
          <p:nvPr/>
        </p:nvSpPr>
        <p:spPr>
          <a:xfrm flipH="1">
            <a:off x="26770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Create the product or service by defining features, design, and functionality</a:t>
            </a:r>
            <a:endParaRPr sz="1200">
              <a:solidFill>
                <a:schemeClr val="dk1"/>
              </a:solidFill>
              <a:latin typeface="Saira"/>
              <a:ea typeface="Saira"/>
              <a:cs typeface="Saira"/>
              <a:sym typeface="Saira"/>
            </a:endParaRPr>
          </a:p>
        </p:txBody>
      </p:sp>
      <p:sp>
        <p:nvSpPr>
          <p:cNvPr id="1666" name="Google Shape;1666;p43"/>
          <p:cNvSpPr txBox="1"/>
          <p:nvPr/>
        </p:nvSpPr>
        <p:spPr>
          <a:xfrm flipH="1">
            <a:off x="46409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Test the product with a group of users to receive feedback and improve the product</a:t>
            </a:r>
            <a:endParaRPr sz="1200">
              <a:solidFill>
                <a:schemeClr val="dk1"/>
              </a:solidFill>
              <a:latin typeface="Saira"/>
              <a:ea typeface="Saira"/>
              <a:cs typeface="Saira"/>
              <a:sym typeface="Saira"/>
            </a:endParaRPr>
          </a:p>
        </p:txBody>
      </p:sp>
      <p:sp>
        <p:nvSpPr>
          <p:cNvPr id="1667" name="Google Shape;1667;p43"/>
          <p:cNvSpPr txBox="1"/>
          <p:nvPr/>
        </p:nvSpPr>
        <p:spPr>
          <a:xfrm flipH="1">
            <a:off x="66048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Execute a marketing campaign to promote the product to the target audience</a:t>
            </a:r>
            <a:endParaRPr sz="1200">
              <a:solidFill>
                <a:schemeClr val="dk1"/>
              </a:solidFill>
              <a:latin typeface="Saira"/>
              <a:ea typeface="Saira"/>
              <a:cs typeface="Saira"/>
              <a:sym typeface="Saira"/>
            </a:endParaRPr>
          </a:p>
        </p:txBody>
      </p:sp>
      <p:cxnSp>
        <p:nvCxnSpPr>
          <p:cNvPr id="1668" name="Google Shape;1668;p43"/>
          <p:cNvCxnSpPr>
            <a:stCxn id="1660" idx="3"/>
            <a:endCxn id="1661" idx="1"/>
          </p:cNvCxnSpPr>
          <p:nvPr/>
        </p:nvCxnSpPr>
        <p:spPr>
          <a:xfrm>
            <a:off x="17075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69" name="Google Shape;1669;p43"/>
          <p:cNvCxnSpPr>
            <a:stCxn id="1661" idx="3"/>
            <a:endCxn id="1662" idx="1"/>
          </p:cNvCxnSpPr>
          <p:nvPr/>
        </p:nvCxnSpPr>
        <p:spPr>
          <a:xfrm>
            <a:off x="36714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70" name="Google Shape;1670;p43"/>
          <p:cNvCxnSpPr>
            <a:stCxn id="1662" idx="3"/>
            <a:endCxn id="1663" idx="1"/>
          </p:cNvCxnSpPr>
          <p:nvPr/>
        </p:nvCxnSpPr>
        <p:spPr>
          <a:xfrm>
            <a:off x="56353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71" name="Google Shape;1671;p43"/>
          <p:cNvCxnSpPr>
            <a:stCxn id="1660" idx="2"/>
            <a:endCxn id="1664" idx="0"/>
          </p:cNvCxnSpPr>
          <p:nvPr/>
        </p:nvCxnSpPr>
        <p:spPr>
          <a:xfrm>
            <a:off x="16193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72" name="Google Shape;1672;p43"/>
          <p:cNvCxnSpPr>
            <a:stCxn id="1661" idx="2"/>
            <a:endCxn id="1665" idx="0"/>
          </p:cNvCxnSpPr>
          <p:nvPr/>
        </p:nvCxnSpPr>
        <p:spPr>
          <a:xfrm>
            <a:off x="35832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73" name="Google Shape;1673;p43"/>
          <p:cNvCxnSpPr>
            <a:stCxn id="1662" idx="2"/>
            <a:endCxn id="1666" idx="0"/>
          </p:cNvCxnSpPr>
          <p:nvPr/>
        </p:nvCxnSpPr>
        <p:spPr>
          <a:xfrm>
            <a:off x="55471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74" name="Google Shape;1674;p43"/>
          <p:cNvCxnSpPr>
            <a:stCxn id="1663" idx="2"/>
            <a:endCxn id="1667" idx="0"/>
          </p:cNvCxnSpPr>
          <p:nvPr/>
        </p:nvCxnSpPr>
        <p:spPr>
          <a:xfrm>
            <a:off x="7511025" y="1538100"/>
            <a:ext cx="0" cy="324600"/>
          </a:xfrm>
          <a:prstGeom prst="straightConnector1">
            <a:avLst/>
          </a:prstGeom>
          <a:noFill/>
          <a:ln w="9525" cap="flat" cmpd="sng">
            <a:solidFill>
              <a:schemeClr val="dk1"/>
            </a:solidFill>
            <a:prstDash val="solid"/>
            <a:round/>
            <a:headEnd type="none" w="med" len="med"/>
            <a:tailEnd type="none" w="med" len="med"/>
          </a:ln>
        </p:spPr>
      </p:cxnSp>
      <p:sp>
        <p:nvSpPr>
          <p:cNvPr id="1675" name="Google Shape;1675;p43"/>
          <p:cNvSpPr/>
          <p:nvPr/>
        </p:nvSpPr>
        <p:spPr>
          <a:xfrm>
            <a:off x="15311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3"/>
          <p:cNvSpPr/>
          <p:nvPr/>
        </p:nvSpPr>
        <p:spPr>
          <a:xfrm>
            <a:off x="34950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3"/>
          <p:cNvSpPr/>
          <p:nvPr/>
        </p:nvSpPr>
        <p:spPr>
          <a:xfrm>
            <a:off x="54589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3"/>
          <p:cNvSpPr/>
          <p:nvPr/>
        </p:nvSpPr>
        <p:spPr>
          <a:xfrm>
            <a:off x="74228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3"/>
          <p:cNvSpPr txBox="1"/>
          <p:nvPr/>
        </p:nvSpPr>
        <p:spPr>
          <a:xfrm flipH="1">
            <a:off x="7131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Release the product or service to the market with a comprehensive launch plan</a:t>
            </a:r>
            <a:endParaRPr sz="1200">
              <a:solidFill>
                <a:schemeClr val="dk1"/>
              </a:solidFill>
              <a:latin typeface="Saira"/>
              <a:ea typeface="Saira"/>
              <a:cs typeface="Saira"/>
              <a:sym typeface="Saira"/>
            </a:endParaRPr>
          </a:p>
        </p:txBody>
      </p:sp>
      <p:sp>
        <p:nvSpPr>
          <p:cNvPr id="1680" name="Google Shape;1680;p43"/>
          <p:cNvSpPr txBox="1"/>
          <p:nvPr/>
        </p:nvSpPr>
        <p:spPr>
          <a:xfrm flipH="1">
            <a:off x="26770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Provide customer support to ensure customer satisfaction</a:t>
            </a:r>
            <a:endParaRPr sz="1200">
              <a:solidFill>
                <a:schemeClr val="dk1"/>
              </a:solidFill>
              <a:latin typeface="Saira"/>
              <a:ea typeface="Saira"/>
              <a:cs typeface="Saira"/>
              <a:sym typeface="Saira"/>
            </a:endParaRPr>
          </a:p>
        </p:txBody>
      </p:sp>
      <p:sp>
        <p:nvSpPr>
          <p:cNvPr id="1681" name="Google Shape;1681;p43"/>
          <p:cNvSpPr txBox="1"/>
          <p:nvPr/>
        </p:nvSpPr>
        <p:spPr>
          <a:xfrm flipH="1">
            <a:off x="46409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Explore opportunities for growth and expansion of the product or service</a:t>
            </a:r>
            <a:endParaRPr sz="1200">
              <a:solidFill>
                <a:schemeClr val="dk1"/>
              </a:solidFill>
              <a:latin typeface="Saira"/>
              <a:ea typeface="Saira"/>
              <a:cs typeface="Saira"/>
              <a:sym typeface="Saira"/>
            </a:endParaRPr>
          </a:p>
        </p:txBody>
      </p:sp>
      <p:sp>
        <p:nvSpPr>
          <p:cNvPr id="1682" name="Google Shape;1682;p43"/>
          <p:cNvSpPr txBox="1"/>
          <p:nvPr/>
        </p:nvSpPr>
        <p:spPr>
          <a:xfrm flipH="1">
            <a:off x="66048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Continuously improve the product based on customer feedback and market trends</a:t>
            </a:r>
            <a:endParaRPr sz="1200">
              <a:solidFill>
                <a:schemeClr val="dk1"/>
              </a:solidFill>
              <a:latin typeface="Saira"/>
              <a:ea typeface="Saira"/>
              <a:cs typeface="Saira"/>
              <a:sym typeface="Saira"/>
            </a:endParaRPr>
          </a:p>
        </p:txBody>
      </p:sp>
      <p:cxnSp>
        <p:nvCxnSpPr>
          <p:cNvPr id="1683" name="Google Shape;1683;p43"/>
          <p:cNvCxnSpPr>
            <a:stCxn id="1675" idx="3"/>
            <a:endCxn id="1676" idx="1"/>
          </p:cNvCxnSpPr>
          <p:nvPr/>
        </p:nvCxnSpPr>
        <p:spPr>
          <a:xfrm>
            <a:off x="17075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84" name="Google Shape;1684;p43"/>
          <p:cNvCxnSpPr>
            <a:stCxn id="1676" idx="3"/>
            <a:endCxn id="1677" idx="1"/>
          </p:cNvCxnSpPr>
          <p:nvPr/>
        </p:nvCxnSpPr>
        <p:spPr>
          <a:xfrm>
            <a:off x="36714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85" name="Google Shape;1685;p43"/>
          <p:cNvCxnSpPr>
            <a:stCxn id="1677" idx="3"/>
            <a:endCxn id="1678" idx="1"/>
          </p:cNvCxnSpPr>
          <p:nvPr/>
        </p:nvCxnSpPr>
        <p:spPr>
          <a:xfrm>
            <a:off x="56353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86" name="Google Shape;1686;p43"/>
          <p:cNvCxnSpPr>
            <a:stCxn id="1675" idx="2"/>
            <a:endCxn id="1679" idx="0"/>
          </p:cNvCxnSpPr>
          <p:nvPr/>
        </p:nvCxnSpPr>
        <p:spPr>
          <a:xfrm>
            <a:off x="16193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87" name="Google Shape;1687;p43"/>
          <p:cNvCxnSpPr>
            <a:stCxn id="1676" idx="2"/>
            <a:endCxn id="1680" idx="0"/>
          </p:cNvCxnSpPr>
          <p:nvPr/>
        </p:nvCxnSpPr>
        <p:spPr>
          <a:xfrm>
            <a:off x="35832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88" name="Google Shape;1688;p43"/>
          <p:cNvCxnSpPr>
            <a:stCxn id="1677" idx="2"/>
            <a:endCxn id="1681" idx="0"/>
          </p:cNvCxnSpPr>
          <p:nvPr/>
        </p:nvCxnSpPr>
        <p:spPr>
          <a:xfrm>
            <a:off x="55471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89" name="Google Shape;1689;p43"/>
          <p:cNvCxnSpPr>
            <a:stCxn id="1678" idx="2"/>
            <a:endCxn id="1682" idx="0"/>
          </p:cNvCxnSpPr>
          <p:nvPr/>
        </p:nvCxnSpPr>
        <p:spPr>
          <a:xfrm>
            <a:off x="75110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90" name="Google Shape;1690;p43"/>
          <p:cNvCxnSpPr>
            <a:stCxn id="1667" idx="2"/>
            <a:endCxn id="1675" idx="0"/>
          </p:cNvCxnSpPr>
          <p:nvPr/>
        </p:nvCxnSpPr>
        <p:spPr>
          <a:xfrm rot="5400000">
            <a:off x="4324375" y="9475"/>
            <a:ext cx="481500" cy="5891700"/>
          </a:xfrm>
          <a:prstGeom prst="bentConnector3">
            <a:avLst>
              <a:gd name="adj1" fmla="val 50008"/>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694"/>
        <p:cNvGrpSpPr/>
        <p:nvPr/>
      </p:nvGrpSpPr>
      <p:grpSpPr>
        <a:xfrm>
          <a:off x="0" y="0"/>
          <a:ext cx="0" cy="0"/>
          <a:chOff x="0" y="0"/>
          <a:chExt cx="0" cy="0"/>
        </a:xfrm>
      </p:grpSpPr>
      <p:sp>
        <p:nvSpPr>
          <p:cNvPr id="1695" name="Google Shape;1695;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roadmap</a:t>
            </a:r>
            <a:endParaRPr/>
          </a:p>
        </p:txBody>
      </p:sp>
      <p:graphicFrame>
        <p:nvGraphicFramePr>
          <p:cNvPr id="1696" name="Google Shape;1696;p44"/>
          <p:cNvGraphicFramePr/>
          <p:nvPr/>
        </p:nvGraphicFramePr>
        <p:xfrm>
          <a:off x="726875" y="1452988"/>
          <a:ext cx="7704050" cy="3146650"/>
        </p:xfrm>
        <a:graphic>
          <a:graphicData uri="http://schemas.openxmlformats.org/drawingml/2006/table">
            <a:tbl>
              <a:tblPr>
                <a:noFill/>
                <a:tableStyleId>{9F9D104D-107F-49FE-80C1-98C82FB079F0}</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Initiative</a:t>
                      </a:r>
                      <a:endParaRPr sz="18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Objective</a:t>
                      </a:r>
                      <a:endParaRPr sz="1200">
                        <a:solidFill>
                          <a:schemeClr val="dk1"/>
                        </a:solidFill>
                        <a:latin typeface="Aldrich"/>
                        <a:ea typeface="Aldrich"/>
                        <a:cs typeface="Aldrich"/>
                        <a:sym typeface="Aldrich"/>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Jan</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Feb</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Mar</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s-419" sz="1200">
                          <a:solidFill>
                            <a:schemeClr val="dk1"/>
                          </a:solidFill>
                          <a:latin typeface="Aldrich"/>
                          <a:ea typeface="Aldrich"/>
                          <a:cs typeface="Aldrich"/>
                          <a:sym typeface="Aldrich"/>
                        </a:rPr>
                        <a:t>Apr</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May</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Jun</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Jul</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Aug</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Sep</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Oct</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Nov</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s-419" sz="1200">
                          <a:solidFill>
                            <a:schemeClr val="dk1"/>
                          </a:solidFill>
                          <a:latin typeface="Aldrich"/>
                          <a:ea typeface="Aldrich"/>
                          <a:cs typeface="Aldrich"/>
                          <a:sym typeface="Aldrich"/>
                        </a:rPr>
                        <a:t>Dec</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Market research</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Increase brand awareness by 30% within the first year</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Product development</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Achieve a customer satisfaction rate of 90%</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Marketing campaign</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Increase revenue by 20% within the first year</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Product launch</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Achieve a customer satisfaction rate of 90% within the first year</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Expansion</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Reduce costs by 15% within the first year by expanding the product</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Partnership</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Reach profitability within 18 months of launch</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00"/>
        <p:cNvGrpSpPr/>
        <p:nvPr/>
      </p:nvGrpSpPr>
      <p:grpSpPr>
        <a:xfrm>
          <a:off x="0" y="0"/>
          <a:ext cx="0" cy="0"/>
          <a:chOff x="0" y="0"/>
          <a:chExt cx="0" cy="0"/>
        </a:xfrm>
      </p:grpSpPr>
      <p:sp>
        <p:nvSpPr>
          <p:cNvPr id="1701" name="Google Shape;1701;p45"/>
          <p:cNvSpPr txBox="1">
            <a:spLocks noGrp="1"/>
          </p:cNvSpPr>
          <p:nvPr>
            <p:ph type="title"/>
          </p:nvPr>
        </p:nvSpPr>
        <p:spPr>
          <a:xfrm>
            <a:off x="2603399" y="566400"/>
            <a:ext cx="3937200" cy="72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Photo showcase</a:t>
            </a:r>
            <a:endParaRPr/>
          </a:p>
        </p:txBody>
      </p:sp>
      <p:sp>
        <p:nvSpPr>
          <p:cNvPr id="1702" name="Google Shape;1702;p45"/>
          <p:cNvSpPr txBox="1">
            <a:spLocks noGrp="1"/>
          </p:cNvSpPr>
          <p:nvPr>
            <p:ph type="subTitle" idx="1"/>
          </p:nvPr>
        </p:nvSpPr>
        <p:spPr>
          <a:xfrm>
            <a:off x="2603399" y="1289100"/>
            <a:ext cx="3937200" cy="72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A photo showcase can be a useful addition to a business project proposal as it can help to visually communicate the concept or idea being proposed</a:t>
            </a:r>
            <a:endParaRPr/>
          </a:p>
        </p:txBody>
      </p:sp>
      <p:pic>
        <p:nvPicPr>
          <p:cNvPr id="1703" name="Google Shape;1703;p45"/>
          <p:cNvPicPr preferRelativeResize="0">
            <a:picLocks noGrp="1"/>
          </p:cNvPicPr>
          <p:nvPr>
            <p:ph type="pic" idx="2"/>
          </p:nvPr>
        </p:nvPicPr>
        <p:blipFill rotWithShape="1">
          <a:blip r:embed="rId3">
            <a:alphaModFix/>
          </a:blip>
          <a:srcRect l="34549" r="34546"/>
          <a:stretch/>
        </p:blipFill>
        <p:spPr>
          <a:xfrm>
            <a:off x="715099" y="566400"/>
            <a:ext cx="1859702" cy="4010701"/>
          </a:xfrm>
          <a:prstGeom prst="rect">
            <a:avLst/>
          </a:prstGeom>
        </p:spPr>
      </p:pic>
      <p:pic>
        <p:nvPicPr>
          <p:cNvPr id="1704" name="Google Shape;1704;p45"/>
          <p:cNvPicPr preferRelativeResize="0">
            <a:picLocks noGrp="1"/>
          </p:cNvPicPr>
          <p:nvPr>
            <p:ph type="pic" idx="3"/>
          </p:nvPr>
        </p:nvPicPr>
        <p:blipFill rotWithShape="1">
          <a:blip r:embed="rId4">
            <a:alphaModFix/>
          </a:blip>
          <a:srcRect l="34549" r="34546"/>
          <a:stretch/>
        </p:blipFill>
        <p:spPr>
          <a:xfrm>
            <a:off x="6569199" y="566400"/>
            <a:ext cx="1859702" cy="4010701"/>
          </a:xfrm>
          <a:prstGeom prst="rect">
            <a:avLst/>
          </a:prstGeom>
        </p:spPr>
      </p:pic>
      <p:pic>
        <p:nvPicPr>
          <p:cNvPr id="1705" name="Google Shape;1705;p45"/>
          <p:cNvPicPr preferRelativeResize="0">
            <a:picLocks noGrp="1"/>
          </p:cNvPicPr>
          <p:nvPr>
            <p:ph type="pic" idx="4"/>
          </p:nvPr>
        </p:nvPicPr>
        <p:blipFill rotWithShape="1">
          <a:blip r:embed="rId5">
            <a:alphaModFix/>
          </a:blip>
          <a:srcRect l="5285" r="5294"/>
          <a:stretch/>
        </p:blipFill>
        <p:spPr>
          <a:xfrm>
            <a:off x="2983049" y="2206800"/>
            <a:ext cx="3177902" cy="2370300"/>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09"/>
        <p:cNvGrpSpPr/>
        <p:nvPr/>
      </p:nvGrpSpPr>
      <p:grpSpPr>
        <a:xfrm>
          <a:off x="0" y="0"/>
          <a:ext cx="0" cy="0"/>
          <a:chOff x="0" y="0"/>
          <a:chExt cx="0" cy="0"/>
        </a:xfrm>
      </p:grpSpPr>
      <p:sp>
        <p:nvSpPr>
          <p:cNvPr id="1710" name="Google Shape;1710;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expenses</a:t>
            </a:r>
            <a:endParaRPr/>
          </a:p>
        </p:txBody>
      </p:sp>
      <p:sp>
        <p:nvSpPr>
          <p:cNvPr id="1711" name="Google Shape;1711;p46"/>
          <p:cNvSpPr txBox="1">
            <a:spLocks noGrp="1"/>
          </p:cNvSpPr>
          <p:nvPr>
            <p:ph type="title" idx="4294967295"/>
          </p:nvPr>
        </p:nvSpPr>
        <p:spPr>
          <a:xfrm>
            <a:off x="1643554" y="1375819"/>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Labor</a:t>
            </a:r>
            <a:endParaRPr sz="1800"/>
          </a:p>
        </p:txBody>
      </p:sp>
      <p:sp>
        <p:nvSpPr>
          <p:cNvPr id="1712" name="Google Shape;1712;p46"/>
          <p:cNvSpPr/>
          <p:nvPr/>
        </p:nvSpPr>
        <p:spPr>
          <a:xfrm>
            <a:off x="1419054" y="1463569"/>
            <a:ext cx="183300" cy="183300"/>
          </a:xfrm>
          <a:prstGeom prst="rect">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6"/>
          <p:cNvSpPr txBox="1"/>
          <p:nvPr/>
        </p:nvSpPr>
        <p:spPr>
          <a:xfrm>
            <a:off x="3754913" y="4160525"/>
            <a:ext cx="3573000" cy="358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chemeClr val="dk1"/>
                </a:solidFill>
                <a:latin typeface="Saira"/>
                <a:ea typeface="Saira"/>
                <a:cs typeface="Saira"/>
                <a:sym typeface="Saira"/>
              </a:rPr>
              <a:t>Follow the link in the graph to modify its data and then paste the new one here. </a:t>
            </a:r>
            <a:r>
              <a:rPr lang="es-419" sz="1000" b="1" u="sng">
                <a:solidFill>
                  <a:schemeClr val="dk1"/>
                </a:solidFill>
                <a:latin typeface="Saira"/>
                <a:ea typeface="Saira"/>
                <a:cs typeface="Saira"/>
                <a:sym typeface="Saira"/>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Saira"/>
              <a:ea typeface="Saira"/>
              <a:cs typeface="Saira"/>
              <a:sym typeface="Saira"/>
            </a:endParaRPr>
          </a:p>
        </p:txBody>
      </p:sp>
      <p:sp>
        <p:nvSpPr>
          <p:cNvPr id="1714" name="Google Shape;1714;p46"/>
          <p:cNvSpPr txBox="1">
            <a:spLocks noGrp="1"/>
          </p:cNvSpPr>
          <p:nvPr>
            <p:ph type="title" idx="4294967295"/>
          </p:nvPr>
        </p:nvSpPr>
        <p:spPr>
          <a:xfrm>
            <a:off x="1643554" y="1960284"/>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Materials</a:t>
            </a:r>
            <a:endParaRPr sz="1800"/>
          </a:p>
        </p:txBody>
      </p:sp>
      <p:sp>
        <p:nvSpPr>
          <p:cNvPr id="1715" name="Google Shape;1715;p46"/>
          <p:cNvSpPr/>
          <p:nvPr/>
        </p:nvSpPr>
        <p:spPr>
          <a:xfrm>
            <a:off x="1419054" y="2048034"/>
            <a:ext cx="183300" cy="183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6"/>
          <p:cNvSpPr txBox="1">
            <a:spLocks noGrp="1"/>
          </p:cNvSpPr>
          <p:nvPr>
            <p:ph type="title" idx="4294967295"/>
          </p:nvPr>
        </p:nvSpPr>
        <p:spPr>
          <a:xfrm>
            <a:off x="1643554" y="2544750"/>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Equipment</a:t>
            </a:r>
            <a:endParaRPr sz="1800"/>
          </a:p>
        </p:txBody>
      </p:sp>
      <p:sp>
        <p:nvSpPr>
          <p:cNvPr id="1717" name="Google Shape;1717;p46"/>
          <p:cNvSpPr/>
          <p:nvPr/>
        </p:nvSpPr>
        <p:spPr>
          <a:xfrm>
            <a:off x="1419054" y="2632500"/>
            <a:ext cx="183300" cy="1833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6"/>
          <p:cNvSpPr txBox="1">
            <a:spLocks noGrp="1"/>
          </p:cNvSpPr>
          <p:nvPr>
            <p:ph type="title" idx="4294967295"/>
          </p:nvPr>
        </p:nvSpPr>
        <p:spPr>
          <a:xfrm>
            <a:off x="1643554" y="3129216"/>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Overhead</a:t>
            </a:r>
            <a:endParaRPr sz="1800"/>
          </a:p>
        </p:txBody>
      </p:sp>
      <p:sp>
        <p:nvSpPr>
          <p:cNvPr id="1719" name="Google Shape;1719;p46"/>
          <p:cNvSpPr/>
          <p:nvPr/>
        </p:nvSpPr>
        <p:spPr>
          <a:xfrm>
            <a:off x="1419054" y="3216966"/>
            <a:ext cx="183300" cy="183300"/>
          </a:xfrm>
          <a:prstGeom prst="rect">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6"/>
          <p:cNvSpPr txBox="1">
            <a:spLocks noGrp="1"/>
          </p:cNvSpPr>
          <p:nvPr>
            <p:ph type="title" idx="4294967295"/>
          </p:nvPr>
        </p:nvSpPr>
        <p:spPr>
          <a:xfrm>
            <a:off x="1643554" y="3713681"/>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Other</a:t>
            </a:r>
            <a:endParaRPr sz="1800"/>
          </a:p>
        </p:txBody>
      </p:sp>
      <p:sp>
        <p:nvSpPr>
          <p:cNvPr id="1721" name="Google Shape;1721;p46"/>
          <p:cNvSpPr/>
          <p:nvPr/>
        </p:nvSpPr>
        <p:spPr>
          <a:xfrm>
            <a:off x="1419054" y="3801431"/>
            <a:ext cx="183300" cy="1833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22" name="Google Shape;1722;p46" title="Gráfico">
            <a:hlinkClick r:id="rId4"/>
          </p:cNvPr>
          <p:cNvPicPr preferRelativeResize="0"/>
          <p:nvPr/>
        </p:nvPicPr>
        <p:blipFill>
          <a:blip r:embed="rId5">
            <a:alphaModFix/>
          </a:blip>
          <a:stretch>
            <a:fillRect/>
          </a:stretch>
        </p:blipFill>
        <p:spPr>
          <a:xfrm>
            <a:off x="3357867" y="1375813"/>
            <a:ext cx="4367079" cy="26966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26"/>
        <p:cNvGrpSpPr/>
        <p:nvPr/>
      </p:nvGrpSpPr>
      <p:grpSpPr>
        <a:xfrm>
          <a:off x="0" y="0"/>
          <a:ext cx="0" cy="0"/>
          <a:chOff x="0" y="0"/>
          <a:chExt cx="0" cy="0"/>
        </a:xfrm>
      </p:grpSpPr>
      <p:sp>
        <p:nvSpPr>
          <p:cNvPr id="1727" name="Google Shape;1727;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KPI dashboard</a:t>
            </a:r>
            <a:endParaRPr/>
          </a:p>
        </p:txBody>
      </p:sp>
      <p:pic>
        <p:nvPicPr>
          <p:cNvPr id="1728" name="Google Shape;1728;p47" title="Gráfico">
            <a:hlinkClick r:id="rId3"/>
          </p:cNvPr>
          <p:cNvPicPr preferRelativeResize="0"/>
          <p:nvPr/>
        </p:nvPicPr>
        <p:blipFill>
          <a:blip r:embed="rId4">
            <a:alphaModFix/>
          </a:blip>
          <a:stretch>
            <a:fillRect/>
          </a:stretch>
        </p:blipFill>
        <p:spPr>
          <a:xfrm>
            <a:off x="1172363" y="1952833"/>
            <a:ext cx="3404199" cy="2102074"/>
          </a:xfrm>
          <a:prstGeom prst="rect">
            <a:avLst/>
          </a:prstGeom>
          <a:noFill/>
          <a:ln>
            <a:noFill/>
          </a:ln>
        </p:spPr>
      </p:pic>
      <p:sp>
        <p:nvSpPr>
          <p:cNvPr id="1729" name="Google Shape;1729;p47"/>
          <p:cNvSpPr txBox="1"/>
          <p:nvPr/>
        </p:nvSpPr>
        <p:spPr>
          <a:xfrm>
            <a:off x="744963" y="1197969"/>
            <a:ext cx="18960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s-419" sz="1800">
                <a:solidFill>
                  <a:schemeClr val="dk1"/>
                </a:solidFill>
                <a:latin typeface="Aldrich"/>
                <a:ea typeface="Aldrich"/>
                <a:cs typeface="Aldrich"/>
                <a:sym typeface="Aldrich"/>
              </a:rPr>
              <a:t>120 u/day</a:t>
            </a:r>
            <a:endParaRPr sz="1800">
              <a:solidFill>
                <a:schemeClr val="dk1"/>
              </a:solidFill>
              <a:latin typeface="Aldrich"/>
              <a:ea typeface="Aldrich"/>
              <a:cs typeface="Aldrich"/>
              <a:sym typeface="Aldrich"/>
            </a:endParaRPr>
          </a:p>
        </p:txBody>
      </p:sp>
      <p:sp>
        <p:nvSpPr>
          <p:cNvPr id="1730" name="Google Shape;1730;p47"/>
          <p:cNvSpPr txBox="1"/>
          <p:nvPr/>
        </p:nvSpPr>
        <p:spPr>
          <a:xfrm>
            <a:off x="3107969" y="1197969"/>
            <a:ext cx="18960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s-419" sz="1800">
                <a:solidFill>
                  <a:schemeClr val="dk1"/>
                </a:solidFill>
                <a:latin typeface="Aldrich"/>
                <a:ea typeface="Aldrich"/>
                <a:cs typeface="Aldrich"/>
                <a:sym typeface="Aldrich"/>
              </a:rPr>
              <a:t>2h</a:t>
            </a:r>
            <a:endParaRPr sz="1800">
              <a:solidFill>
                <a:schemeClr val="dk1"/>
              </a:solidFill>
              <a:latin typeface="Aldrich"/>
              <a:ea typeface="Aldrich"/>
              <a:cs typeface="Aldrich"/>
              <a:sym typeface="Aldrich"/>
            </a:endParaRPr>
          </a:p>
        </p:txBody>
      </p:sp>
      <p:sp>
        <p:nvSpPr>
          <p:cNvPr id="1731" name="Google Shape;1731;p47"/>
          <p:cNvSpPr txBox="1"/>
          <p:nvPr/>
        </p:nvSpPr>
        <p:spPr>
          <a:xfrm>
            <a:off x="744963" y="1521984"/>
            <a:ext cx="1896000" cy="35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Output per worker</a:t>
            </a:r>
            <a:endParaRPr sz="1200">
              <a:solidFill>
                <a:schemeClr val="dk1"/>
              </a:solidFill>
              <a:latin typeface="Saira"/>
              <a:ea typeface="Saira"/>
              <a:cs typeface="Saira"/>
              <a:sym typeface="Saira"/>
            </a:endParaRPr>
          </a:p>
        </p:txBody>
      </p:sp>
      <p:sp>
        <p:nvSpPr>
          <p:cNvPr id="1732" name="Google Shape;1732;p47"/>
          <p:cNvSpPr txBox="1"/>
          <p:nvPr/>
        </p:nvSpPr>
        <p:spPr>
          <a:xfrm>
            <a:off x="3107966" y="1521984"/>
            <a:ext cx="1896000" cy="35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Time to complete a task</a:t>
            </a:r>
            <a:endParaRPr sz="1200">
              <a:solidFill>
                <a:schemeClr val="dk1"/>
              </a:solidFill>
              <a:latin typeface="Saira"/>
              <a:ea typeface="Saira"/>
              <a:cs typeface="Saira"/>
              <a:sym typeface="Saira"/>
            </a:endParaRPr>
          </a:p>
        </p:txBody>
      </p:sp>
      <p:sp>
        <p:nvSpPr>
          <p:cNvPr id="1733" name="Google Shape;1733;p47"/>
          <p:cNvSpPr txBox="1"/>
          <p:nvPr/>
        </p:nvSpPr>
        <p:spPr>
          <a:xfrm>
            <a:off x="1026463" y="4196931"/>
            <a:ext cx="3696000" cy="3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chemeClr val="dk1"/>
                </a:solidFill>
                <a:latin typeface="Saira"/>
                <a:ea typeface="Saira"/>
                <a:cs typeface="Saira"/>
                <a:sym typeface="Saira"/>
              </a:rPr>
              <a:t>Follow the link in the graph to modify its data and then paste the new one here. </a:t>
            </a:r>
            <a:r>
              <a:rPr lang="es-419" sz="1000" b="1" u="sng">
                <a:solidFill>
                  <a:schemeClr val="dk1"/>
                </a:solidFill>
                <a:latin typeface="Saira"/>
                <a:ea typeface="Saira"/>
                <a:cs typeface="Saira"/>
                <a:sym typeface="Saira"/>
                <a:hlinkClick r:id="rId5">
                  <a:extLst>
                    <a:ext uri="{A12FA001-AC4F-418D-AE19-62706E023703}">
                      <ahyp:hlinkClr xmlns:ahyp="http://schemas.microsoft.com/office/drawing/2018/hyperlinkcolor" val="tx"/>
                    </a:ext>
                  </a:extLst>
                </a:hlinkClick>
              </a:rPr>
              <a:t>For more info, click here</a:t>
            </a:r>
            <a:endParaRPr sz="1000" b="1" u="sng">
              <a:solidFill>
                <a:schemeClr val="dk1"/>
              </a:solidFill>
              <a:latin typeface="Saira"/>
              <a:ea typeface="Saira"/>
              <a:cs typeface="Saira"/>
              <a:sym typeface="Saira"/>
            </a:endParaRPr>
          </a:p>
        </p:txBody>
      </p:sp>
      <p:graphicFrame>
        <p:nvGraphicFramePr>
          <p:cNvPr id="1734" name="Google Shape;1734;p47"/>
          <p:cNvGraphicFramePr/>
          <p:nvPr/>
        </p:nvGraphicFramePr>
        <p:xfrm>
          <a:off x="5084863" y="1159938"/>
          <a:ext cx="3314175" cy="3433225"/>
        </p:xfrm>
        <a:graphic>
          <a:graphicData uri="http://schemas.openxmlformats.org/drawingml/2006/table">
            <a:tbl>
              <a:tblPr>
                <a:noFill/>
                <a:tableStyleId>{0BACEA3A-B526-46DE-BD82-A33AE7DA6718}</a:tableStyleId>
              </a:tblPr>
              <a:tblGrid>
                <a:gridCol w="1104725">
                  <a:extLst>
                    <a:ext uri="{9D8B030D-6E8A-4147-A177-3AD203B41FA5}">
                      <a16:colId xmlns:a16="http://schemas.microsoft.com/office/drawing/2014/main" val="20000"/>
                    </a:ext>
                  </a:extLst>
                </a:gridCol>
                <a:gridCol w="1104725">
                  <a:extLst>
                    <a:ext uri="{9D8B030D-6E8A-4147-A177-3AD203B41FA5}">
                      <a16:colId xmlns:a16="http://schemas.microsoft.com/office/drawing/2014/main" val="20001"/>
                    </a:ext>
                  </a:extLst>
                </a:gridCol>
                <a:gridCol w="1104725">
                  <a:extLst>
                    <a:ext uri="{9D8B030D-6E8A-4147-A177-3AD203B41FA5}">
                      <a16:colId xmlns:a16="http://schemas.microsoft.com/office/drawing/2014/main" val="20002"/>
                    </a:ext>
                  </a:extLst>
                </a:gridCol>
              </a:tblGrid>
              <a:tr h="504075">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Resource</a:t>
                      </a:r>
                      <a:endParaRPr sz="1200" b="1">
                        <a:solidFill>
                          <a:schemeClr val="dk1"/>
                        </a:solidFill>
                        <a:latin typeface="Saira"/>
                        <a:ea typeface="Saira"/>
                        <a:cs typeface="Saira"/>
                        <a:sym typeface="Saira"/>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Utilization rate</a:t>
                      </a:r>
                      <a:endParaRPr sz="1200" b="1">
                        <a:solidFill>
                          <a:schemeClr val="dk1"/>
                        </a:solidFill>
                        <a:latin typeface="Saira"/>
                        <a:ea typeface="Saira"/>
                        <a:cs typeface="Saira"/>
                        <a:sym typeface="Saira"/>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Cost</a:t>
                      </a:r>
                      <a:endParaRPr sz="1200" b="1">
                        <a:solidFill>
                          <a:schemeClr val="dk1"/>
                        </a:solidFill>
                        <a:latin typeface="Saira"/>
                        <a:ea typeface="Saira"/>
                        <a:cs typeface="Saira"/>
                        <a:sym typeface="Saira"/>
                      </a:endParaRPr>
                    </a:p>
                    <a:p>
                      <a:pPr marL="0" lvl="0" indent="0" algn="ctr" rtl="0">
                        <a:spcBef>
                          <a:spcPts val="0"/>
                        </a:spcBef>
                        <a:spcAft>
                          <a:spcPts val="0"/>
                        </a:spcAft>
                        <a:buNone/>
                      </a:pPr>
                      <a:r>
                        <a:rPr lang="es-419" sz="1200" b="1">
                          <a:solidFill>
                            <a:schemeClr val="dk1"/>
                          </a:solidFill>
                          <a:latin typeface="Saira"/>
                          <a:ea typeface="Saira"/>
                          <a:cs typeface="Saira"/>
                          <a:sym typeface="Saira"/>
                        </a:rPr>
                        <a:t>per unit</a:t>
                      </a:r>
                      <a:endParaRPr sz="1200" b="1">
                        <a:solidFill>
                          <a:schemeClr val="dk1"/>
                        </a:solidFill>
                        <a:latin typeface="Saira"/>
                        <a:ea typeface="Saira"/>
                        <a:cs typeface="Saira"/>
                        <a:sym typeface="Saira"/>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Labor</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85%</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$50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Equipment</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70%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$100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Materials</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95%</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$20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Rent</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90%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$1,000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Energy</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Software licenses</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$200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Advertising</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60%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$500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59"/>
        <p:cNvGrpSpPr/>
        <p:nvPr/>
      </p:nvGrpSpPr>
      <p:grpSpPr>
        <a:xfrm>
          <a:off x="0" y="0"/>
          <a:ext cx="0" cy="0"/>
          <a:chOff x="0" y="0"/>
          <a:chExt cx="0" cy="0"/>
        </a:xfrm>
      </p:grpSpPr>
      <p:sp>
        <p:nvSpPr>
          <p:cNvPr id="1760" name="Google Shape;1760;p49"/>
          <p:cNvSpPr txBox="1">
            <a:spLocks noGrp="1"/>
          </p:cNvSpPr>
          <p:nvPr>
            <p:ph type="subTitle" idx="1"/>
          </p:nvPr>
        </p:nvSpPr>
        <p:spPr>
          <a:xfrm>
            <a:off x="720000" y="1212525"/>
            <a:ext cx="7704000" cy="89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419"/>
              <a:t>Here’s an assortment of alternative resources whose style fits the one of this template:</a:t>
            </a:r>
            <a:endParaRPr/>
          </a:p>
          <a:p>
            <a:pPr marL="0" lvl="0" indent="0" algn="l" rtl="0">
              <a:spcBef>
                <a:spcPts val="1000"/>
              </a:spcBef>
              <a:spcAft>
                <a:spcPts val="0"/>
              </a:spcAft>
              <a:buNone/>
            </a:pPr>
            <a:r>
              <a:rPr lang="es-419" b="1"/>
              <a:t>Vectors</a:t>
            </a:r>
            <a:endParaRPr b="1"/>
          </a:p>
          <a:p>
            <a:pPr marL="457200" lvl="0" indent="-304800" algn="l" rtl="0">
              <a:spcBef>
                <a:spcPts val="0"/>
              </a:spcBef>
              <a:spcAft>
                <a:spcPts val="0"/>
              </a:spcAft>
              <a:buSzPts val="1200"/>
              <a:buChar char="●"/>
            </a:pPr>
            <a:r>
              <a:rPr lang="es-419" u="sng">
                <a:hlinkClick r:id="rId3"/>
              </a:rPr>
              <a:t>Abstract background with circuits</a:t>
            </a:r>
            <a:endParaRPr b="1"/>
          </a:p>
        </p:txBody>
      </p:sp>
      <p:sp>
        <p:nvSpPr>
          <p:cNvPr id="1761" name="Google Shape;1761;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Alternative resources</a:t>
            </a:r>
            <a:endParaRPr/>
          </a:p>
        </p:txBody>
      </p:sp>
      <p:grpSp>
        <p:nvGrpSpPr>
          <p:cNvPr id="1762" name="Google Shape;1762;p49"/>
          <p:cNvGrpSpPr/>
          <p:nvPr/>
        </p:nvGrpSpPr>
        <p:grpSpPr>
          <a:xfrm>
            <a:off x="832400" y="2674450"/>
            <a:ext cx="2489770" cy="1595700"/>
            <a:chOff x="832400" y="2369650"/>
            <a:chExt cx="2489770" cy="1595700"/>
          </a:xfrm>
        </p:grpSpPr>
        <p:grpSp>
          <p:nvGrpSpPr>
            <p:cNvPr id="1763" name="Google Shape;1763;p49"/>
            <p:cNvGrpSpPr/>
            <p:nvPr/>
          </p:nvGrpSpPr>
          <p:grpSpPr>
            <a:xfrm>
              <a:off x="1249853" y="2412837"/>
              <a:ext cx="2072317" cy="1455775"/>
              <a:chOff x="861000" y="2190300"/>
              <a:chExt cx="1496150" cy="1051025"/>
            </a:xfrm>
          </p:grpSpPr>
          <p:sp>
            <p:nvSpPr>
              <p:cNvPr id="1764" name="Google Shape;1764;p49"/>
              <p:cNvSpPr/>
              <p:nvPr/>
            </p:nvSpPr>
            <p:spPr>
              <a:xfrm>
                <a:off x="1702825" y="2190300"/>
                <a:ext cx="41750" cy="373300"/>
              </a:xfrm>
              <a:custGeom>
                <a:avLst/>
                <a:gdLst/>
                <a:ahLst/>
                <a:cxnLst/>
                <a:rect l="l" t="t" r="r" b="b"/>
                <a:pathLst>
                  <a:path w="1670" h="14932" extrusionOk="0">
                    <a:moveTo>
                      <a:pt x="1412" y="1"/>
                    </a:moveTo>
                    <a:lnTo>
                      <a:pt x="1412" y="5905"/>
                    </a:lnTo>
                    <a:lnTo>
                      <a:pt x="0" y="6667"/>
                    </a:lnTo>
                    <a:lnTo>
                      <a:pt x="0" y="14931"/>
                    </a:lnTo>
                    <a:lnTo>
                      <a:pt x="258" y="14931"/>
                    </a:lnTo>
                    <a:lnTo>
                      <a:pt x="258" y="6822"/>
                    </a:lnTo>
                    <a:lnTo>
                      <a:pt x="1670" y="6059"/>
                    </a:lnTo>
                    <a:lnTo>
                      <a:pt x="1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9"/>
              <p:cNvSpPr/>
              <p:nvPr/>
            </p:nvSpPr>
            <p:spPr>
              <a:xfrm>
                <a:off x="2029450" y="2308800"/>
                <a:ext cx="327700" cy="193750"/>
              </a:xfrm>
              <a:custGeom>
                <a:avLst/>
                <a:gdLst/>
                <a:ahLst/>
                <a:cxnLst/>
                <a:rect l="l" t="t" r="r" b="b"/>
                <a:pathLst>
                  <a:path w="13108" h="7750" extrusionOk="0">
                    <a:moveTo>
                      <a:pt x="12953" y="1"/>
                    </a:moveTo>
                    <a:lnTo>
                      <a:pt x="10418" y="1804"/>
                    </a:lnTo>
                    <a:lnTo>
                      <a:pt x="9007" y="1103"/>
                    </a:lnTo>
                    <a:lnTo>
                      <a:pt x="1" y="7543"/>
                    </a:lnTo>
                    <a:lnTo>
                      <a:pt x="155" y="7749"/>
                    </a:lnTo>
                    <a:lnTo>
                      <a:pt x="9027" y="1392"/>
                    </a:lnTo>
                    <a:lnTo>
                      <a:pt x="10449" y="2103"/>
                    </a:lnTo>
                    <a:lnTo>
                      <a:pt x="13108" y="207"/>
                    </a:lnTo>
                    <a:lnTo>
                      <a:pt x="129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9"/>
              <p:cNvSpPr/>
              <p:nvPr/>
            </p:nvSpPr>
            <p:spPr>
              <a:xfrm>
                <a:off x="933125" y="2857500"/>
                <a:ext cx="54625" cy="54875"/>
              </a:xfrm>
              <a:custGeom>
                <a:avLst/>
                <a:gdLst/>
                <a:ahLst/>
                <a:cxnLst/>
                <a:rect l="l" t="t" r="r" b="b"/>
                <a:pathLst>
                  <a:path w="2185" h="2195" extrusionOk="0">
                    <a:moveTo>
                      <a:pt x="1092" y="278"/>
                    </a:moveTo>
                    <a:cubicBezTo>
                      <a:pt x="1556" y="278"/>
                      <a:pt x="1927" y="649"/>
                      <a:pt x="1927" y="1113"/>
                    </a:cubicBezTo>
                    <a:cubicBezTo>
                      <a:pt x="1927" y="1577"/>
                      <a:pt x="1556" y="1947"/>
                      <a:pt x="1092" y="1947"/>
                    </a:cubicBezTo>
                    <a:cubicBezTo>
                      <a:pt x="629" y="1947"/>
                      <a:pt x="258" y="1577"/>
                      <a:pt x="258" y="1113"/>
                    </a:cubicBezTo>
                    <a:cubicBezTo>
                      <a:pt x="258" y="649"/>
                      <a:pt x="629" y="278"/>
                      <a:pt x="1092" y="278"/>
                    </a:cubicBezTo>
                    <a:close/>
                    <a:moveTo>
                      <a:pt x="1092" y="0"/>
                    </a:moveTo>
                    <a:cubicBezTo>
                      <a:pt x="484" y="0"/>
                      <a:pt x="0" y="495"/>
                      <a:pt x="0" y="1103"/>
                    </a:cubicBezTo>
                    <a:cubicBezTo>
                      <a:pt x="0" y="1700"/>
                      <a:pt x="484" y="2195"/>
                      <a:pt x="1092" y="2195"/>
                    </a:cubicBezTo>
                    <a:cubicBezTo>
                      <a:pt x="1700" y="2195"/>
                      <a:pt x="2185" y="1700"/>
                      <a:pt x="2185" y="1103"/>
                    </a:cubicBezTo>
                    <a:cubicBezTo>
                      <a:pt x="2185" y="495"/>
                      <a:pt x="1700" y="0"/>
                      <a:pt x="1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9"/>
              <p:cNvSpPr/>
              <p:nvPr/>
            </p:nvSpPr>
            <p:spPr>
              <a:xfrm>
                <a:off x="1988750" y="2490925"/>
                <a:ext cx="54900" cy="54625"/>
              </a:xfrm>
              <a:custGeom>
                <a:avLst/>
                <a:gdLst/>
                <a:ahLst/>
                <a:cxnLst/>
                <a:rect l="l" t="t" r="r" b="b"/>
                <a:pathLst>
                  <a:path w="2196" h="2185" extrusionOk="0">
                    <a:moveTo>
                      <a:pt x="1103" y="268"/>
                    </a:moveTo>
                    <a:cubicBezTo>
                      <a:pt x="1557" y="268"/>
                      <a:pt x="1938" y="639"/>
                      <a:pt x="1938" y="1103"/>
                    </a:cubicBezTo>
                    <a:cubicBezTo>
                      <a:pt x="1938" y="1567"/>
                      <a:pt x="1567" y="1938"/>
                      <a:pt x="1103" y="1938"/>
                    </a:cubicBezTo>
                    <a:cubicBezTo>
                      <a:pt x="640" y="1938"/>
                      <a:pt x="258" y="1567"/>
                      <a:pt x="258" y="1103"/>
                    </a:cubicBezTo>
                    <a:cubicBezTo>
                      <a:pt x="258" y="639"/>
                      <a:pt x="640" y="268"/>
                      <a:pt x="1103" y="268"/>
                    </a:cubicBezTo>
                    <a:close/>
                    <a:moveTo>
                      <a:pt x="1103" y="0"/>
                    </a:moveTo>
                    <a:cubicBezTo>
                      <a:pt x="495" y="0"/>
                      <a:pt x="1" y="485"/>
                      <a:pt x="1" y="1093"/>
                    </a:cubicBezTo>
                    <a:cubicBezTo>
                      <a:pt x="1" y="1701"/>
                      <a:pt x="495" y="2185"/>
                      <a:pt x="1103" y="2185"/>
                    </a:cubicBezTo>
                    <a:cubicBezTo>
                      <a:pt x="1701" y="2185"/>
                      <a:pt x="2196" y="1701"/>
                      <a:pt x="2196" y="1093"/>
                    </a:cubicBezTo>
                    <a:cubicBezTo>
                      <a:pt x="2196" y="485"/>
                      <a:pt x="1701" y="0"/>
                      <a:pt x="1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9"/>
              <p:cNvSpPr/>
              <p:nvPr/>
            </p:nvSpPr>
            <p:spPr>
              <a:xfrm>
                <a:off x="1010900" y="2645475"/>
                <a:ext cx="54900" cy="54650"/>
              </a:xfrm>
              <a:custGeom>
                <a:avLst/>
                <a:gdLst/>
                <a:ahLst/>
                <a:cxnLst/>
                <a:rect l="l" t="t" r="r" b="b"/>
                <a:pathLst>
                  <a:path w="2196" h="2186" extrusionOk="0">
                    <a:moveTo>
                      <a:pt x="1093" y="269"/>
                    </a:moveTo>
                    <a:cubicBezTo>
                      <a:pt x="1557" y="269"/>
                      <a:pt x="1938" y="640"/>
                      <a:pt x="1938" y="1103"/>
                    </a:cubicBezTo>
                    <a:cubicBezTo>
                      <a:pt x="1938" y="1567"/>
                      <a:pt x="1557" y="1938"/>
                      <a:pt x="1093" y="1938"/>
                    </a:cubicBezTo>
                    <a:cubicBezTo>
                      <a:pt x="629" y="1938"/>
                      <a:pt x="259" y="1567"/>
                      <a:pt x="259" y="1103"/>
                    </a:cubicBezTo>
                    <a:cubicBezTo>
                      <a:pt x="259" y="640"/>
                      <a:pt x="629" y="269"/>
                      <a:pt x="1093" y="269"/>
                    </a:cubicBezTo>
                    <a:close/>
                    <a:moveTo>
                      <a:pt x="1093" y="1"/>
                    </a:moveTo>
                    <a:cubicBezTo>
                      <a:pt x="496" y="1"/>
                      <a:pt x="1" y="485"/>
                      <a:pt x="1" y="1093"/>
                    </a:cubicBezTo>
                    <a:cubicBezTo>
                      <a:pt x="1" y="1701"/>
                      <a:pt x="496" y="2185"/>
                      <a:pt x="1093" y="2185"/>
                    </a:cubicBezTo>
                    <a:cubicBezTo>
                      <a:pt x="1701" y="2185"/>
                      <a:pt x="2196" y="1701"/>
                      <a:pt x="2196" y="1093"/>
                    </a:cubicBezTo>
                    <a:cubicBezTo>
                      <a:pt x="2196" y="48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9"/>
              <p:cNvSpPr/>
              <p:nvPr/>
            </p:nvSpPr>
            <p:spPr>
              <a:xfrm>
                <a:off x="1668050" y="2686950"/>
                <a:ext cx="54900" cy="54650"/>
              </a:xfrm>
              <a:custGeom>
                <a:avLst/>
                <a:gdLst/>
                <a:ahLst/>
                <a:cxnLst/>
                <a:rect l="l" t="t" r="r" b="b"/>
                <a:pathLst>
                  <a:path w="2196" h="2186" extrusionOk="0">
                    <a:moveTo>
                      <a:pt x="1103" y="269"/>
                    </a:moveTo>
                    <a:cubicBezTo>
                      <a:pt x="1567" y="269"/>
                      <a:pt x="1938" y="640"/>
                      <a:pt x="1938" y="1103"/>
                    </a:cubicBezTo>
                    <a:cubicBezTo>
                      <a:pt x="1938" y="1567"/>
                      <a:pt x="1567" y="1948"/>
                      <a:pt x="1103" y="1948"/>
                    </a:cubicBezTo>
                    <a:cubicBezTo>
                      <a:pt x="639" y="1948"/>
                      <a:pt x="258" y="1567"/>
                      <a:pt x="258" y="1103"/>
                    </a:cubicBezTo>
                    <a:cubicBezTo>
                      <a:pt x="258" y="640"/>
                      <a:pt x="639" y="269"/>
                      <a:pt x="1103" y="269"/>
                    </a:cubicBezTo>
                    <a:close/>
                    <a:moveTo>
                      <a:pt x="1103" y="1"/>
                    </a:moveTo>
                    <a:cubicBezTo>
                      <a:pt x="495" y="1"/>
                      <a:pt x="0" y="485"/>
                      <a:pt x="0" y="1093"/>
                    </a:cubicBezTo>
                    <a:cubicBezTo>
                      <a:pt x="0" y="1701"/>
                      <a:pt x="495" y="2185"/>
                      <a:pt x="1103" y="2185"/>
                    </a:cubicBezTo>
                    <a:cubicBezTo>
                      <a:pt x="1701" y="2185"/>
                      <a:pt x="2195" y="1701"/>
                      <a:pt x="2195" y="1093"/>
                    </a:cubicBezTo>
                    <a:cubicBezTo>
                      <a:pt x="2195" y="485"/>
                      <a:pt x="1701"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9"/>
              <p:cNvSpPr/>
              <p:nvPr/>
            </p:nvSpPr>
            <p:spPr>
              <a:xfrm>
                <a:off x="1688400" y="2555575"/>
                <a:ext cx="54900" cy="54650"/>
              </a:xfrm>
              <a:custGeom>
                <a:avLst/>
                <a:gdLst/>
                <a:ahLst/>
                <a:cxnLst/>
                <a:rect l="l" t="t" r="r" b="b"/>
                <a:pathLst>
                  <a:path w="2196" h="2186" extrusionOk="0">
                    <a:moveTo>
                      <a:pt x="1093" y="269"/>
                    </a:moveTo>
                    <a:cubicBezTo>
                      <a:pt x="1556" y="269"/>
                      <a:pt x="1938" y="640"/>
                      <a:pt x="1938" y="1103"/>
                    </a:cubicBezTo>
                    <a:cubicBezTo>
                      <a:pt x="1938" y="1567"/>
                      <a:pt x="1556" y="1948"/>
                      <a:pt x="1093" y="1948"/>
                    </a:cubicBezTo>
                    <a:cubicBezTo>
                      <a:pt x="629" y="1948"/>
                      <a:pt x="258" y="1567"/>
                      <a:pt x="258" y="1103"/>
                    </a:cubicBezTo>
                    <a:cubicBezTo>
                      <a:pt x="258" y="640"/>
                      <a:pt x="629" y="269"/>
                      <a:pt x="1093" y="269"/>
                    </a:cubicBezTo>
                    <a:close/>
                    <a:moveTo>
                      <a:pt x="1093" y="1"/>
                    </a:moveTo>
                    <a:cubicBezTo>
                      <a:pt x="495" y="1"/>
                      <a:pt x="0" y="485"/>
                      <a:pt x="0" y="1093"/>
                    </a:cubicBezTo>
                    <a:cubicBezTo>
                      <a:pt x="0" y="1701"/>
                      <a:pt x="495" y="2185"/>
                      <a:pt x="1093" y="2185"/>
                    </a:cubicBezTo>
                    <a:cubicBezTo>
                      <a:pt x="1701" y="2185"/>
                      <a:pt x="2195" y="1701"/>
                      <a:pt x="2195" y="1093"/>
                    </a:cubicBezTo>
                    <a:cubicBezTo>
                      <a:pt x="2195" y="48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9"/>
              <p:cNvSpPr/>
              <p:nvPr/>
            </p:nvSpPr>
            <p:spPr>
              <a:xfrm>
                <a:off x="1607250" y="2711175"/>
                <a:ext cx="187550" cy="228250"/>
              </a:xfrm>
              <a:custGeom>
                <a:avLst/>
                <a:gdLst/>
                <a:ahLst/>
                <a:cxnLst/>
                <a:rect l="l" t="t" r="r" b="b"/>
                <a:pathLst>
                  <a:path w="7502" h="9130" extrusionOk="0">
                    <a:moveTo>
                      <a:pt x="4370" y="0"/>
                    </a:moveTo>
                    <a:lnTo>
                      <a:pt x="4370" y="258"/>
                    </a:lnTo>
                    <a:lnTo>
                      <a:pt x="7244" y="258"/>
                    </a:lnTo>
                    <a:lnTo>
                      <a:pt x="7244" y="8872"/>
                    </a:lnTo>
                    <a:lnTo>
                      <a:pt x="1" y="8872"/>
                    </a:lnTo>
                    <a:lnTo>
                      <a:pt x="1" y="9130"/>
                    </a:lnTo>
                    <a:lnTo>
                      <a:pt x="7502" y="9130"/>
                    </a:lnTo>
                    <a:lnTo>
                      <a:pt x="75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9"/>
              <p:cNvSpPr/>
              <p:nvPr/>
            </p:nvSpPr>
            <p:spPr>
              <a:xfrm>
                <a:off x="1738125" y="2578000"/>
                <a:ext cx="134225" cy="361425"/>
              </a:xfrm>
              <a:custGeom>
                <a:avLst/>
                <a:gdLst/>
                <a:ahLst/>
                <a:cxnLst/>
                <a:rect l="l" t="t" r="r" b="b"/>
                <a:pathLst>
                  <a:path w="5369" h="14457" extrusionOk="0">
                    <a:moveTo>
                      <a:pt x="0" y="0"/>
                    </a:moveTo>
                    <a:lnTo>
                      <a:pt x="0" y="258"/>
                    </a:lnTo>
                    <a:lnTo>
                      <a:pt x="5111" y="258"/>
                    </a:lnTo>
                    <a:lnTo>
                      <a:pt x="5111" y="14199"/>
                    </a:lnTo>
                    <a:lnTo>
                      <a:pt x="2133" y="14199"/>
                    </a:lnTo>
                    <a:lnTo>
                      <a:pt x="2133" y="14457"/>
                    </a:lnTo>
                    <a:lnTo>
                      <a:pt x="5368" y="14457"/>
                    </a:lnTo>
                    <a:lnTo>
                      <a:pt x="5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9"/>
              <p:cNvSpPr/>
              <p:nvPr/>
            </p:nvSpPr>
            <p:spPr>
              <a:xfrm>
                <a:off x="957075" y="2324525"/>
                <a:ext cx="6475" cy="539175"/>
              </a:xfrm>
              <a:custGeom>
                <a:avLst/>
                <a:gdLst/>
                <a:ahLst/>
                <a:cxnLst/>
                <a:rect l="l" t="t" r="r" b="b"/>
                <a:pathLst>
                  <a:path w="259" h="21567" extrusionOk="0">
                    <a:moveTo>
                      <a:pt x="0" y="0"/>
                    </a:moveTo>
                    <a:lnTo>
                      <a:pt x="0" y="21566"/>
                    </a:lnTo>
                    <a:lnTo>
                      <a:pt x="258" y="21566"/>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9"/>
              <p:cNvSpPr/>
              <p:nvPr/>
            </p:nvSpPr>
            <p:spPr>
              <a:xfrm>
                <a:off x="865625" y="2490400"/>
                <a:ext cx="41750" cy="248100"/>
              </a:xfrm>
              <a:custGeom>
                <a:avLst/>
                <a:gdLst/>
                <a:ahLst/>
                <a:cxnLst/>
                <a:rect l="l" t="t" r="r" b="b"/>
                <a:pathLst>
                  <a:path w="1670" h="9924" extrusionOk="0">
                    <a:moveTo>
                      <a:pt x="1412" y="1"/>
                    </a:moveTo>
                    <a:lnTo>
                      <a:pt x="1412" y="3113"/>
                    </a:lnTo>
                    <a:lnTo>
                      <a:pt x="0" y="3865"/>
                    </a:lnTo>
                    <a:lnTo>
                      <a:pt x="0" y="9924"/>
                    </a:lnTo>
                    <a:lnTo>
                      <a:pt x="258" y="9924"/>
                    </a:lnTo>
                    <a:lnTo>
                      <a:pt x="258" y="4019"/>
                    </a:lnTo>
                    <a:lnTo>
                      <a:pt x="1670" y="3267"/>
                    </a:lnTo>
                    <a:lnTo>
                      <a:pt x="1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9"/>
              <p:cNvSpPr/>
              <p:nvPr/>
            </p:nvSpPr>
            <p:spPr>
              <a:xfrm>
                <a:off x="1556000" y="2904875"/>
                <a:ext cx="54875" cy="54900"/>
              </a:xfrm>
              <a:custGeom>
                <a:avLst/>
                <a:gdLst/>
                <a:ahLst/>
                <a:cxnLst/>
                <a:rect l="l" t="t" r="r" b="b"/>
                <a:pathLst>
                  <a:path w="2195" h="2196" extrusionOk="0">
                    <a:moveTo>
                      <a:pt x="1103" y="269"/>
                    </a:moveTo>
                    <a:cubicBezTo>
                      <a:pt x="1546" y="269"/>
                      <a:pt x="1927" y="650"/>
                      <a:pt x="1937" y="1114"/>
                    </a:cubicBezTo>
                    <a:cubicBezTo>
                      <a:pt x="1937" y="1577"/>
                      <a:pt x="1566" y="1948"/>
                      <a:pt x="1103" y="1948"/>
                    </a:cubicBezTo>
                    <a:cubicBezTo>
                      <a:pt x="639" y="1948"/>
                      <a:pt x="258" y="1577"/>
                      <a:pt x="258" y="1114"/>
                    </a:cubicBezTo>
                    <a:cubicBezTo>
                      <a:pt x="258" y="650"/>
                      <a:pt x="639" y="269"/>
                      <a:pt x="1103" y="269"/>
                    </a:cubicBezTo>
                    <a:close/>
                    <a:moveTo>
                      <a:pt x="1103" y="1"/>
                    </a:moveTo>
                    <a:cubicBezTo>
                      <a:pt x="495" y="1"/>
                      <a:pt x="0" y="496"/>
                      <a:pt x="0" y="1093"/>
                    </a:cubicBezTo>
                    <a:cubicBezTo>
                      <a:pt x="0" y="1701"/>
                      <a:pt x="495" y="2196"/>
                      <a:pt x="1103" y="2196"/>
                    </a:cubicBezTo>
                    <a:cubicBezTo>
                      <a:pt x="1690" y="2196"/>
                      <a:pt x="2185" y="1701"/>
                      <a:pt x="2195" y="1093"/>
                    </a:cubicBezTo>
                    <a:cubicBezTo>
                      <a:pt x="2195" y="496"/>
                      <a:pt x="1700"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9"/>
              <p:cNvSpPr/>
              <p:nvPr/>
            </p:nvSpPr>
            <p:spPr>
              <a:xfrm>
                <a:off x="1277275" y="2954850"/>
                <a:ext cx="309400" cy="209200"/>
              </a:xfrm>
              <a:custGeom>
                <a:avLst/>
                <a:gdLst/>
                <a:ahLst/>
                <a:cxnLst/>
                <a:rect l="l" t="t" r="r" b="b"/>
                <a:pathLst>
                  <a:path w="12376" h="8368" extrusionOk="0">
                    <a:moveTo>
                      <a:pt x="12118" y="1"/>
                    </a:moveTo>
                    <a:lnTo>
                      <a:pt x="12118" y="5452"/>
                    </a:lnTo>
                    <a:lnTo>
                      <a:pt x="0" y="5452"/>
                    </a:lnTo>
                    <a:lnTo>
                      <a:pt x="0" y="8368"/>
                    </a:lnTo>
                    <a:lnTo>
                      <a:pt x="258" y="8368"/>
                    </a:lnTo>
                    <a:lnTo>
                      <a:pt x="258" y="5709"/>
                    </a:lnTo>
                    <a:lnTo>
                      <a:pt x="12375" y="5709"/>
                    </a:lnTo>
                    <a:lnTo>
                      <a:pt x="123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9"/>
              <p:cNvSpPr/>
              <p:nvPr/>
            </p:nvSpPr>
            <p:spPr>
              <a:xfrm>
                <a:off x="1090250" y="2515400"/>
                <a:ext cx="901875" cy="204300"/>
              </a:xfrm>
              <a:custGeom>
                <a:avLst/>
                <a:gdLst/>
                <a:ahLst/>
                <a:cxnLst/>
                <a:rect l="l" t="t" r="r" b="b"/>
                <a:pathLst>
                  <a:path w="36075" h="8172" extrusionOk="0">
                    <a:moveTo>
                      <a:pt x="36075" y="0"/>
                    </a:moveTo>
                    <a:lnTo>
                      <a:pt x="11335" y="258"/>
                    </a:lnTo>
                    <a:lnTo>
                      <a:pt x="1" y="3741"/>
                    </a:lnTo>
                    <a:lnTo>
                      <a:pt x="1" y="8171"/>
                    </a:lnTo>
                    <a:lnTo>
                      <a:pt x="258" y="8171"/>
                    </a:lnTo>
                    <a:lnTo>
                      <a:pt x="258" y="3936"/>
                    </a:lnTo>
                    <a:lnTo>
                      <a:pt x="11356" y="516"/>
                    </a:lnTo>
                    <a:lnTo>
                      <a:pt x="36075" y="258"/>
                    </a:lnTo>
                    <a:lnTo>
                      <a:pt x="36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9"/>
              <p:cNvSpPr/>
              <p:nvPr/>
            </p:nvSpPr>
            <p:spPr>
              <a:xfrm>
                <a:off x="1134825" y="2324775"/>
                <a:ext cx="397750" cy="863225"/>
              </a:xfrm>
              <a:custGeom>
                <a:avLst/>
                <a:gdLst/>
                <a:ahLst/>
                <a:cxnLst/>
                <a:rect l="l" t="t" r="r" b="b"/>
                <a:pathLst>
                  <a:path w="15910" h="34529" extrusionOk="0">
                    <a:moveTo>
                      <a:pt x="15652" y="0"/>
                    </a:moveTo>
                    <a:lnTo>
                      <a:pt x="15652" y="18001"/>
                    </a:lnTo>
                    <a:lnTo>
                      <a:pt x="0" y="26193"/>
                    </a:lnTo>
                    <a:lnTo>
                      <a:pt x="0" y="34529"/>
                    </a:lnTo>
                    <a:lnTo>
                      <a:pt x="258" y="34529"/>
                    </a:lnTo>
                    <a:lnTo>
                      <a:pt x="258" y="26348"/>
                    </a:lnTo>
                    <a:lnTo>
                      <a:pt x="15910" y="18156"/>
                    </a:lnTo>
                    <a:lnTo>
                      <a:pt x="159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9"/>
              <p:cNvSpPr/>
              <p:nvPr/>
            </p:nvSpPr>
            <p:spPr>
              <a:xfrm>
                <a:off x="1035125" y="2414150"/>
                <a:ext cx="435375" cy="756100"/>
              </a:xfrm>
              <a:custGeom>
                <a:avLst/>
                <a:gdLst/>
                <a:ahLst/>
                <a:cxnLst/>
                <a:rect l="l" t="t" r="r" b="b"/>
                <a:pathLst>
                  <a:path w="17415" h="30244" extrusionOk="0">
                    <a:moveTo>
                      <a:pt x="8553" y="1"/>
                    </a:moveTo>
                    <a:lnTo>
                      <a:pt x="1" y="2783"/>
                    </a:lnTo>
                    <a:lnTo>
                      <a:pt x="1" y="9563"/>
                    </a:lnTo>
                    <a:lnTo>
                      <a:pt x="258" y="9563"/>
                    </a:lnTo>
                    <a:lnTo>
                      <a:pt x="258" y="2968"/>
                    </a:lnTo>
                    <a:lnTo>
                      <a:pt x="8573" y="258"/>
                    </a:lnTo>
                    <a:lnTo>
                      <a:pt x="17157" y="258"/>
                    </a:lnTo>
                    <a:lnTo>
                      <a:pt x="17157" y="14426"/>
                    </a:lnTo>
                    <a:lnTo>
                      <a:pt x="1505" y="22618"/>
                    </a:lnTo>
                    <a:lnTo>
                      <a:pt x="1505" y="30243"/>
                    </a:lnTo>
                    <a:lnTo>
                      <a:pt x="1762" y="30243"/>
                    </a:lnTo>
                    <a:lnTo>
                      <a:pt x="1762" y="22773"/>
                    </a:lnTo>
                    <a:lnTo>
                      <a:pt x="17414" y="14581"/>
                    </a:lnTo>
                    <a:lnTo>
                      <a:pt x="174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9"/>
              <p:cNvSpPr/>
              <p:nvPr/>
            </p:nvSpPr>
            <p:spPr>
              <a:xfrm>
                <a:off x="1197425" y="2324775"/>
                <a:ext cx="397750" cy="916550"/>
              </a:xfrm>
              <a:custGeom>
                <a:avLst/>
                <a:gdLst/>
                <a:ahLst/>
                <a:cxnLst/>
                <a:rect l="l" t="t" r="r" b="b"/>
                <a:pathLst>
                  <a:path w="15910" h="36662" extrusionOk="0">
                    <a:moveTo>
                      <a:pt x="15652" y="0"/>
                    </a:moveTo>
                    <a:lnTo>
                      <a:pt x="15652" y="18001"/>
                    </a:lnTo>
                    <a:lnTo>
                      <a:pt x="0" y="26193"/>
                    </a:lnTo>
                    <a:lnTo>
                      <a:pt x="0" y="36662"/>
                    </a:lnTo>
                    <a:lnTo>
                      <a:pt x="258" y="36662"/>
                    </a:lnTo>
                    <a:lnTo>
                      <a:pt x="258" y="26348"/>
                    </a:lnTo>
                    <a:lnTo>
                      <a:pt x="15909" y="18156"/>
                    </a:lnTo>
                    <a:lnTo>
                      <a:pt x="159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9"/>
              <p:cNvSpPr/>
              <p:nvPr/>
            </p:nvSpPr>
            <p:spPr>
              <a:xfrm>
                <a:off x="1301475" y="2994525"/>
                <a:ext cx="6475" cy="99725"/>
              </a:xfrm>
              <a:custGeom>
                <a:avLst/>
                <a:gdLst/>
                <a:ahLst/>
                <a:cxnLst/>
                <a:rect l="l" t="t" r="r" b="b"/>
                <a:pathLst>
                  <a:path w="259" h="3989" extrusionOk="0">
                    <a:moveTo>
                      <a:pt x="1" y="1"/>
                    </a:moveTo>
                    <a:lnTo>
                      <a:pt x="1"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9"/>
              <p:cNvSpPr/>
              <p:nvPr/>
            </p:nvSpPr>
            <p:spPr>
              <a:xfrm>
                <a:off x="1473300" y="2994525"/>
                <a:ext cx="6475" cy="99725"/>
              </a:xfrm>
              <a:custGeom>
                <a:avLst/>
                <a:gdLst/>
                <a:ahLst/>
                <a:cxnLst/>
                <a:rect l="l" t="t" r="r" b="b"/>
                <a:pathLst>
                  <a:path w="259" h="3989" extrusionOk="0">
                    <a:moveTo>
                      <a:pt x="1" y="1"/>
                    </a:moveTo>
                    <a:lnTo>
                      <a:pt x="1"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9"/>
              <p:cNvSpPr/>
              <p:nvPr/>
            </p:nvSpPr>
            <p:spPr>
              <a:xfrm>
                <a:off x="1385975" y="2991700"/>
                <a:ext cx="6475" cy="99975"/>
              </a:xfrm>
              <a:custGeom>
                <a:avLst/>
                <a:gdLst/>
                <a:ahLst/>
                <a:cxnLst/>
                <a:rect l="l" t="t" r="r" b="b"/>
                <a:pathLst>
                  <a:path w="259" h="3999" extrusionOk="0">
                    <a:moveTo>
                      <a:pt x="1" y="0"/>
                    </a:moveTo>
                    <a:lnTo>
                      <a:pt x="1" y="3998"/>
                    </a:lnTo>
                    <a:lnTo>
                      <a:pt x="258" y="3998"/>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9"/>
              <p:cNvSpPr/>
              <p:nvPr/>
            </p:nvSpPr>
            <p:spPr>
              <a:xfrm>
                <a:off x="1220850" y="2571050"/>
                <a:ext cx="112850" cy="79875"/>
              </a:xfrm>
              <a:custGeom>
                <a:avLst/>
                <a:gdLst/>
                <a:ahLst/>
                <a:cxnLst/>
                <a:rect l="l" t="t" r="r" b="b"/>
                <a:pathLst>
                  <a:path w="4514" h="3195" extrusionOk="0">
                    <a:moveTo>
                      <a:pt x="1" y="0"/>
                    </a:moveTo>
                    <a:lnTo>
                      <a:pt x="1" y="3194"/>
                    </a:lnTo>
                    <a:lnTo>
                      <a:pt x="4514" y="3194"/>
                    </a:lnTo>
                    <a:lnTo>
                      <a:pt x="4514" y="2937"/>
                    </a:lnTo>
                    <a:lnTo>
                      <a:pt x="258" y="2937"/>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9"/>
              <p:cNvSpPr/>
              <p:nvPr/>
            </p:nvSpPr>
            <p:spPr>
              <a:xfrm>
                <a:off x="1372325" y="2693150"/>
                <a:ext cx="6475" cy="128050"/>
              </a:xfrm>
              <a:custGeom>
                <a:avLst/>
                <a:gdLst/>
                <a:ahLst/>
                <a:cxnLst/>
                <a:rect l="l" t="t" r="r" b="b"/>
                <a:pathLst>
                  <a:path w="259" h="5122" extrusionOk="0">
                    <a:moveTo>
                      <a:pt x="0" y="0"/>
                    </a:moveTo>
                    <a:lnTo>
                      <a:pt x="0" y="5121"/>
                    </a:lnTo>
                    <a:lnTo>
                      <a:pt x="258" y="5121"/>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9"/>
              <p:cNvSpPr/>
              <p:nvPr/>
            </p:nvSpPr>
            <p:spPr>
              <a:xfrm>
                <a:off x="1368725" y="2459750"/>
                <a:ext cx="6450" cy="137325"/>
              </a:xfrm>
              <a:custGeom>
                <a:avLst/>
                <a:gdLst/>
                <a:ahLst/>
                <a:cxnLst/>
                <a:rect l="l" t="t" r="r" b="b"/>
                <a:pathLst>
                  <a:path w="258" h="5493" extrusionOk="0">
                    <a:moveTo>
                      <a:pt x="0" y="1"/>
                    </a:moveTo>
                    <a:lnTo>
                      <a:pt x="0" y="5493"/>
                    </a:lnTo>
                    <a:lnTo>
                      <a:pt x="258" y="5493"/>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9"/>
              <p:cNvSpPr/>
              <p:nvPr/>
            </p:nvSpPr>
            <p:spPr>
              <a:xfrm>
                <a:off x="1114200" y="2190825"/>
                <a:ext cx="45125" cy="202500"/>
              </a:xfrm>
              <a:custGeom>
                <a:avLst/>
                <a:gdLst/>
                <a:ahLst/>
                <a:cxnLst/>
                <a:rect l="l" t="t" r="r" b="b"/>
                <a:pathLst>
                  <a:path w="1805"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9"/>
              <p:cNvSpPr/>
              <p:nvPr/>
            </p:nvSpPr>
            <p:spPr>
              <a:xfrm>
                <a:off x="1169075" y="2190825"/>
                <a:ext cx="45100" cy="202500"/>
              </a:xfrm>
              <a:custGeom>
                <a:avLst/>
                <a:gdLst/>
                <a:ahLst/>
                <a:cxnLst/>
                <a:rect l="l" t="t" r="r" b="b"/>
                <a:pathLst>
                  <a:path w="1804"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9"/>
              <p:cNvSpPr/>
              <p:nvPr/>
            </p:nvSpPr>
            <p:spPr>
              <a:xfrm>
                <a:off x="1224200" y="2190825"/>
                <a:ext cx="45100" cy="202500"/>
              </a:xfrm>
              <a:custGeom>
                <a:avLst/>
                <a:gdLst/>
                <a:ahLst/>
                <a:cxnLst/>
                <a:rect l="l" t="t" r="r" b="b"/>
                <a:pathLst>
                  <a:path w="1804"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9"/>
              <p:cNvSpPr/>
              <p:nvPr/>
            </p:nvSpPr>
            <p:spPr>
              <a:xfrm>
                <a:off x="1278825"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9"/>
              <p:cNvSpPr/>
              <p:nvPr/>
            </p:nvSpPr>
            <p:spPr>
              <a:xfrm>
                <a:off x="1333675" y="2190825"/>
                <a:ext cx="45125" cy="230825"/>
              </a:xfrm>
              <a:custGeom>
                <a:avLst/>
                <a:gdLst/>
                <a:ahLst/>
                <a:cxnLst/>
                <a:rect l="l" t="t" r="r" b="b"/>
                <a:pathLst>
                  <a:path w="1805" h="9233" extrusionOk="0">
                    <a:moveTo>
                      <a:pt x="1546" y="0"/>
                    </a:moveTo>
                    <a:lnTo>
                      <a:pt x="1546" y="1938"/>
                    </a:lnTo>
                    <a:lnTo>
                      <a:pt x="1" y="6038"/>
                    </a:lnTo>
                    <a:lnTo>
                      <a:pt x="1" y="9233"/>
                    </a:lnTo>
                    <a:lnTo>
                      <a:pt x="258" y="9233"/>
                    </a:lnTo>
                    <a:lnTo>
                      <a:pt x="258" y="6090"/>
                    </a:lnTo>
                    <a:lnTo>
                      <a:pt x="1804" y="1979"/>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9"/>
              <p:cNvSpPr/>
              <p:nvPr/>
            </p:nvSpPr>
            <p:spPr>
              <a:xfrm>
                <a:off x="1388300"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9"/>
              <p:cNvSpPr/>
              <p:nvPr/>
            </p:nvSpPr>
            <p:spPr>
              <a:xfrm>
                <a:off x="861000" y="2764750"/>
                <a:ext cx="387175" cy="399300"/>
              </a:xfrm>
              <a:custGeom>
                <a:avLst/>
                <a:gdLst/>
                <a:ahLst/>
                <a:cxnLst/>
                <a:rect l="l" t="t" r="r" b="b"/>
                <a:pathLst>
                  <a:path w="15487" h="15972" extrusionOk="0">
                    <a:moveTo>
                      <a:pt x="7295" y="1"/>
                    </a:moveTo>
                    <a:lnTo>
                      <a:pt x="7295" y="258"/>
                    </a:lnTo>
                    <a:lnTo>
                      <a:pt x="15229" y="258"/>
                    </a:lnTo>
                    <a:lnTo>
                      <a:pt x="15229" y="3318"/>
                    </a:lnTo>
                    <a:lnTo>
                      <a:pt x="7831" y="7203"/>
                    </a:lnTo>
                    <a:lnTo>
                      <a:pt x="2638" y="7203"/>
                    </a:lnTo>
                    <a:lnTo>
                      <a:pt x="2638" y="9120"/>
                    </a:lnTo>
                    <a:lnTo>
                      <a:pt x="0" y="10511"/>
                    </a:lnTo>
                    <a:lnTo>
                      <a:pt x="0" y="12293"/>
                    </a:lnTo>
                    <a:lnTo>
                      <a:pt x="1494" y="13159"/>
                    </a:lnTo>
                    <a:lnTo>
                      <a:pt x="1494" y="15972"/>
                    </a:lnTo>
                    <a:lnTo>
                      <a:pt x="1752" y="15972"/>
                    </a:lnTo>
                    <a:lnTo>
                      <a:pt x="1752" y="13014"/>
                    </a:lnTo>
                    <a:lnTo>
                      <a:pt x="258" y="12149"/>
                    </a:lnTo>
                    <a:lnTo>
                      <a:pt x="258" y="10665"/>
                    </a:lnTo>
                    <a:lnTo>
                      <a:pt x="2895" y="9274"/>
                    </a:lnTo>
                    <a:lnTo>
                      <a:pt x="2895" y="7461"/>
                    </a:lnTo>
                    <a:lnTo>
                      <a:pt x="7883" y="7461"/>
                    </a:lnTo>
                    <a:lnTo>
                      <a:pt x="15487" y="3473"/>
                    </a:lnTo>
                    <a:lnTo>
                      <a:pt x="154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9"/>
              <p:cNvSpPr/>
              <p:nvPr/>
            </p:nvSpPr>
            <p:spPr>
              <a:xfrm>
                <a:off x="1157750" y="2590350"/>
                <a:ext cx="6450" cy="222600"/>
              </a:xfrm>
              <a:custGeom>
                <a:avLst/>
                <a:gdLst/>
                <a:ahLst/>
                <a:cxnLst/>
                <a:rect l="l" t="t" r="r" b="b"/>
                <a:pathLst>
                  <a:path w="258" h="8904" extrusionOk="0">
                    <a:moveTo>
                      <a:pt x="0" y="1"/>
                    </a:moveTo>
                    <a:lnTo>
                      <a:pt x="0" y="8903"/>
                    </a:lnTo>
                    <a:lnTo>
                      <a:pt x="258" y="8903"/>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95" name="Google Shape;1795;p49"/>
            <p:cNvPicPr preferRelativeResize="0"/>
            <p:nvPr/>
          </p:nvPicPr>
          <p:blipFill>
            <a:blip r:embed="rId4">
              <a:alphaModFix amt="40000"/>
            </a:blip>
            <a:stretch>
              <a:fillRect/>
            </a:stretch>
          </p:blipFill>
          <p:spPr>
            <a:xfrm>
              <a:off x="832400" y="2788000"/>
              <a:ext cx="1177350" cy="1177350"/>
            </a:xfrm>
            <a:prstGeom prst="rect">
              <a:avLst/>
            </a:prstGeom>
            <a:noFill/>
            <a:ln>
              <a:noFill/>
            </a:ln>
          </p:spPr>
        </p:pic>
        <p:pic>
          <p:nvPicPr>
            <p:cNvPr id="1796" name="Google Shape;1796;p49"/>
            <p:cNvPicPr preferRelativeResize="0"/>
            <p:nvPr/>
          </p:nvPicPr>
          <p:blipFill>
            <a:blip r:embed="rId4">
              <a:alphaModFix amt="40000"/>
            </a:blip>
            <a:stretch>
              <a:fillRect/>
            </a:stretch>
          </p:blipFill>
          <p:spPr>
            <a:xfrm>
              <a:off x="1809900" y="2369650"/>
              <a:ext cx="1177350" cy="1177350"/>
            </a:xfrm>
            <a:prstGeom prst="rect">
              <a:avLst/>
            </a:prstGeom>
            <a:noFill/>
            <a:ln>
              <a:noFill/>
            </a:ln>
          </p:spPr>
        </p:pic>
      </p:grpSp>
      <p:grpSp>
        <p:nvGrpSpPr>
          <p:cNvPr id="1797" name="Google Shape;1797;p49"/>
          <p:cNvGrpSpPr/>
          <p:nvPr/>
        </p:nvGrpSpPr>
        <p:grpSpPr>
          <a:xfrm>
            <a:off x="3555425" y="2287875"/>
            <a:ext cx="1629950" cy="2339725"/>
            <a:chOff x="3555425" y="1983075"/>
            <a:chExt cx="1629950" cy="2339725"/>
          </a:xfrm>
        </p:grpSpPr>
        <p:grpSp>
          <p:nvGrpSpPr>
            <p:cNvPr id="1798" name="Google Shape;1798;p49"/>
            <p:cNvGrpSpPr/>
            <p:nvPr/>
          </p:nvGrpSpPr>
          <p:grpSpPr>
            <a:xfrm>
              <a:off x="3640400" y="2223010"/>
              <a:ext cx="1544975" cy="1835431"/>
              <a:chOff x="3624000" y="2308800"/>
              <a:chExt cx="1115425" cy="1325125"/>
            </a:xfrm>
          </p:grpSpPr>
          <p:sp>
            <p:nvSpPr>
              <p:cNvPr id="1799" name="Google Shape;1799;p49"/>
              <p:cNvSpPr/>
              <p:nvPr/>
            </p:nvSpPr>
            <p:spPr>
              <a:xfrm>
                <a:off x="4006275" y="3143425"/>
                <a:ext cx="41500" cy="248100"/>
              </a:xfrm>
              <a:custGeom>
                <a:avLst/>
                <a:gdLst/>
                <a:ahLst/>
                <a:cxnLst/>
                <a:rect l="l" t="t" r="r" b="b"/>
                <a:pathLst>
                  <a:path w="1660" h="9924" extrusionOk="0">
                    <a:moveTo>
                      <a:pt x="1402" y="0"/>
                    </a:moveTo>
                    <a:lnTo>
                      <a:pt x="1402" y="5905"/>
                    </a:lnTo>
                    <a:lnTo>
                      <a:pt x="1" y="6667"/>
                    </a:lnTo>
                    <a:lnTo>
                      <a:pt x="1" y="9923"/>
                    </a:lnTo>
                    <a:lnTo>
                      <a:pt x="258" y="9923"/>
                    </a:lnTo>
                    <a:lnTo>
                      <a:pt x="258" y="6801"/>
                    </a:lnTo>
                    <a:lnTo>
                      <a:pt x="1660" y="6059"/>
                    </a:lnTo>
                    <a:lnTo>
                      <a:pt x="16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9"/>
              <p:cNvSpPr/>
              <p:nvPr/>
            </p:nvSpPr>
            <p:spPr>
              <a:xfrm>
                <a:off x="3982075" y="3387875"/>
                <a:ext cx="54625" cy="54900"/>
              </a:xfrm>
              <a:custGeom>
                <a:avLst/>
                <a:gdLst/>
                <a:ahLst/>
                <a:cxnLst/>
                <a:rect l="l" t="t" r="r" b="b"/>
                <a:pathLst>
                  <a:path w="2185" h="2196" extrusionOk="0">
                    <a:moveTo>
                      <a:pt x="1092" y="269"/>
                    </a:moveTo>
                    <a:cubicBezTo>
                      <a:pt x="1556" y="269"/>
                      <a:pt x="1927" y="650"/>
                      <a:pt x="1927" y="1114"/>
                    </a:cubicBezTo>
                    <a:cubicBezTo>
                      <a:pt x="1927" y="1577"/>
                      <a:pt x="1556" y="1948"/>
                      <a:pt x="1092" y="1948"/>
                    </a:cubicBezTo>
                    <a:cubicBezTo>
                      <a:pt x="629" y="1948"/>
                      <a:pt x="258" y="1577"/>
                      <a:pt x="258" y="1114"/>
                    </a:cubicBezTo>
                    <a:cubicBezTo>
                      <a:pt x="258" y="650"/>
                      <a:pt x="629" y="269"/>
                      <a:pt x="1092" y="269"/>
                    </a:cubicBezTo>
                    <a:close/>
                    <a:moveTo>
                      <a:pt x="1092" y="1"/>
                    </a:moveTo>
                    <a:cubicBezTo>
                      <a:pt x="484" y="1"/>
                      <a:pt x="0" y="485"/>
                      <a:pt x="0" y="1093"/>
                    </a:cubicBezTo>
                    <a:cubicBezTo>
                      <a:pt x="0" y="1701"/>
                      <a:pt x="484" y="2196"/>
                      <a:pt x="1092" y="2196"/>
                    </a:cubicBezTo>
                    <a:cubicBezTo>
                      <a:pt x="1700" y="2196"/>
                      <a:pt x="2185" y="1701"/>
                      <a:pt x="2185" y="1093"/>
                    </a:cubicBezTo>
                    <a:cubicBezTo>
                      <a:pt x="2185" y="485"/>
                      <a:pt x="1700"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9"/>
              <p:cNvSpPr/>
              <p:nvPr/>
            </p:nvSpPr>
            <p:spPr>
              <a:xfrm>
                <a:off x="4162900" y="2308800"/>
                <a:ext cx="327950" cy="193750"/>
              </a:xfrm>
              <a:custGeom>
                <a:avLst/>
                <a:gdLst/>
                <a:ahLst/>
                <a:cxnLst/>
                <a:rect l="l" t="t" r="r" b="b"/>
                <a:pathLst>
                  <a:path w="13118" h="7750" extrusionOk="0">
                    <a:moveTo>
                      <a:pt x="12973" y="1"/>
                    </a:moveTo>
                    <a:lnTo>
                      <a:pt x="10428" y="1804"/>
                    </a:lnTo>
                    <a:lnTo>
                      <a:pt x="9006" y="1103"/>
                    </a:lnTo>
                    <a:lnTo>
                      <a:pt x="0" y="7543"/>
                    </a:lnTo>
                    <a:lnTo>
                      <a:pt x="155" y="7749"/>
                    </a:lnTo>
                    <a:lnTo>
                      <a:pt x="9037" y="1392"/>
                    </a:lnTo>
                    <a:lnTo>
                      <a:pt x="10449" y="2103"/>
                    </a:lnTo>
                    <a:lnTo>
                      <a:pt x="13117" y="207"/>
                    </a:lnTo>
                    <a:lnTo>
                      <a:pt x="129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9"/>
              <p:cNvSpPr/>
              <p:nvPr/>
            </p:nvSpPr>
            <p:spPr>
              <a:xfrm>
                <a:off x="3949100" y="3135175"/>
                <a:ext cx="304500" cy="417600"/>
              </a:xfrm>
              <a:custGeom>
                <a:avLst/>
                <a:gdLst/>
                <a:ahLst/>
                <a:cxnLst/>
                <a:rect l="l" t="t" r="r" b="b"/>
                <a:pathLst>
                  <a:path w="12180" h="16704" extrusionOk="0">
                    <a:moveTo>
                      <a:pt x="11922" y="1"/>
                    </a:moveTo>
                    <a:lnTo>
                      <a:pt x="11922" y="8903"/>
                    </a:lnTo>
                    <a:lnTo>
                      <a:pt x="0" y="16487"/>
                    </a:lnTo>
                    <a:lnTo>
                      <a:pt x="144" y="16703"/>
                    </a:lnTo>
                    <a:lnTo>
                      <a:pt x="12118" y="9078"/>
                    </a:lnTo>
                    <a:lnTo>
                      <a:pt x="12179" y="9037"/>
                    </a:lnTo>
                    <a:lnTo>
                      <a:pt x="12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9"/>
              <p:cNvSpPr/>
              <p:nvPr/>
            </p:nvSpPr>
            <p:spPr>
              <a:xfrm>
                <a:off x="4470225" y="2421625"/>
                <a:ext cx="269200" cy="209200"/>
              </a:xfrm>
              <a:custGeom>
                <a:avLst/>
                <a:gdLst/>
                <a:ahLst/>
                <a:cxnLst/>
                <a:rect l="l" t="t" r="r" b="b"/>
                <a:pathLst>
                  <a:path w="10768" h="8368" extrusionOk="0">
                    <a:moveTo>
                      <a:pt x="10510" y="1"/>
                    </a:moveTo>
                    <a:lnTo>
                      <a:pt x="10510" y="2649"/>
                    </a:lnTo>
                    <a:lnTo>
                      <a:pt x="0" y="2649"/>
                    </a:lnTo>
                    <a:lnTo>
                      <a:pt x="0" y="8368"/>
                    </a:lnTo>
                    <a:lnTo>
                      <a:pt x="258" y="8368"/>
                    </a:lnTo>
                    <a:lnTo>
                      <a:pt x="258" y="2906"/>
                    </a:lnTo>
                    <a:lnTo>
                      <a:pt x="10768" y="2906"/>
                    </a:lnTo>
                    <a:lnTo>
                      <a:pt x="10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9"/>
              <p:cNvSpPr/>
              <p:nvPr/>
            </p:nvSpPr>
            <p:spPr>
              <a:xfrm>
                <a:off x="3766700" y="2486025"/>
                <a:ext cx="649700" cy="739850"/>
              </a:xfrm>
              <a:custGeom>
                <a:avLst/>
                <a:gdLst/>
                <a:ahLst/>
                <a:cxnLst/>
                <a:rect l="l" t="t" r="r" b="b"/>
                <a:pathLst>
                  <a:path w="25988" h="29594" extrusionOk="0">
                    <a:moveTo>
                      <a:pt x="25730" y="1"/>
                    </a:moveTo>
                    <a:lnTo>
                      <a:pt x="25730" y="16023"/>
                    </a:lnTo>
                    <a:lnTo>
                      <a:pt x="1" y="29377"/>
                    </a:lnTo>
                    <a:lnTo>
                      <a:pt x="114" y="29594"/>
                    </a:lnTo>
                    <a:lnTo>
                      <a:pt x="25988" y="16178"/>
                    </a:lnTo>
                    <a:lnTo>
                      <a:pt x="259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9"/>
              <p:cNvSpPr/>
              <p:nvPr/>
            </p:nvSpPr>
            <p:spPr>
              <a:xfrm>
                <a:off x="3624000" y="2486025"/>
                <a:ext cx="792400" cy="814050"/>
              </a:xfrm>
              <a:custGeom>
                <a:avLst/>
                <a:gdLst/>
                <a:ahLst/>
                <a:cxnLst/>
                <a:rect l="l" t="t" r="r" b="b"/>
                <a:pathLst>
                  <a:path w="31696" h="32562" extrusionOk="0">
                    <a:moveTo>
                      <a:pt x="31438" y="1"/>
                    </a:moveTo>
                    <a:lnTo>
                      <a:pt x="31438" y="16023"/>
                    </a:lnTo>
                    <a:lnTo>
                      <a:pt x="1" y="32345"/>
                    </a:lnTo>
                    <a:lnTo>
                      <a:pt x="114" y="32561"/>
                    </a:lnTo>
                    <a:lnTo>
                      <a:pt x="31696" y="16178"/>
                    </a:lnTo>
                    <a:lnTo>
                      <a:pt x="316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9"/>
              <p:cNvSpPr/>
              <p:nvPr/>
            </p:nvSpPr>
            <p:spPr>
              <a:xfrm>
                <a:off x="3881350" y="2491175"/>
                <a:ext cx="651750" cy="1142750"/>
              </a:xfrm>
              <a:custGeom>
                <a:avLst/>
                <a:gdLst/>
                <a:ahLst/>
                <a:cxnLst/>
                <a:rect l="l" t="t" r="r" b="b"/>
                <a:pathLst>
                  <a:path w="26070" h="45710" extrusionOk="0">
                    <a:moveTo>
                      <a:pt x="25812" y="1"/>
                    </a:moveTo>
                    <a:lnTo>
                      <a:pt x="25812" y="15817"/>
                    </a:lnTo>
                    <a:lnTo>
                      <a:pt x="0" y="29202"/>
                    </a:lnTo>
                    <a:lnTo>
                      <a:pt x="0" y="36271"/>
                    </a:lnTo>
                    <a:lnTo>
                      <a:pt x="2648" y="37517"/>
                    </a:lnTo>
                    <a:lnTo>
                      <a:pt x="2648" y="45709"/>
                    </a:lnTo>
                    <a:lnTo>
                      <a:pt x="2906" y="45709"/>
                    </a:lnTo>
                    <a:lnTo>
                      <a:pt x="2906" y="37353"/>
                    </a:lnTo>
                    <a:lnTo>
                      <a:pt x="258" y="36106"/>
                    </a:lnTo>
                    <a:lnTo>
                      <a:pt x="258" y="29367"/>
                    </a:lnTo>
                    <a:lnTo>
                      <a:pt x="26069" y="15972"/>
                    </a:lnTo>
                    <a:lnTo>
                      <a:pt x="260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9"/>
              <p:cNvSpPr/>
              <p:nvPr/>
            </p:nvSpPr>
            <p:spPr>
              <a:xfrm>
                <a:off x="4385725" y="2436050"/>
                <a:ext cx="54900" cy="54900"/>
              </a:xfrm>
              <a:custGeom>
                <a:avLst/>
                <a:gdLst/>
                <a:ahLst/>
                <a:cxnLst/>
                <a:rect l="l" t="t" r="r" b="b"/>
                <a:pathLst>
                  <a:path w="2196" h="2196" extrusionOk="0">
                    <a:moveTo>
                      <a:pt x="1093" y="269"/>
                    </a:moveTo>
                    <a:cubicBezTo>
                      <a:pt x="1567" y="269"/>
                      <a:pt x="1938" y="650"/>
                      <a:pt x="1938" y="1114"/>
                    </a:cubicBezTo>
                    <a:cubicBezTo>
                      <a:pt x="1938" y="1577"/>
                      <a:pt x="1556" y="1948"/>
                      <a:pt x="1093" y="1948"/>
                    </a:cubicBezTo>
                    <a:cubicBezTo>
                      <a:pt x="639" y="1948"/>
                      <a:pt x="258" y="1577"/>
                      <a:pt x="258" y="1114"/>
                    </a:cubicBezTo>
                    <a:cubicBezTo>
                      <a:pt x="258" y="650"/>
                      <a:pt x="639" y="269"/>
                      <a:pt x="1093" y="269"/>
                    </a:cubicBezTo>
                    <a:close/>
                    <a:moveTo>
                      <a:pt x="1093" y="1"/>
                    </a:moveTo>
                    <a:cubicBezTo>
                      <a:pt x="495" y="1"/>
                      <a:pt x="0" y="495"/>
                      <a:pt x="0" y="1093"/>
                    </a:cubicBezTo>
                    <a:cubicBezTo>
                      <a:pt x="0" y="1701"/>
                      <a:pt x="495" y="2195"/>
                      <a:pt x="1093" y="2195"/>
                    </a:cubicBezTo>
                    <a:cubicBezTo>
                      <a:pt x="1701" y="2195"/>
                      <a:pt x="2195" y="1701"/>
                      <a:pt x="2195" y="1093"/>
                    </a:cubicBezTo>
                    <a:cubicBezTo>
                      <a:pt x="2195" y="49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9"/>
              <p:cNvSpPr/>
              <p:nvPr/>
            </p:nvSpPr>
            <p:spPr>
              <a:xfrm>
                <a:off x="4605200" y="2365475"/>
                <a:ext cx="54625" cy="54900"/>
              </a:xfrm>
              <a:custGeom>
                <a:avLst/>
                <a:gdLst/>
                <a:ahLst/>
                <a:cxnLst/>
                <a:rect l="l" t="t" r="r" b="b"/>
                <a:pathLst>
                  <a:path w="2185" h="2196" extrusionOk="0">
                    <a:moveTo>
                      <a:pt x="1093" y="279"/>
                    </a:moveTo>
                    <a:cubicBezTo>
                      <a:pt x="1556" y="279"/>
                      <a:pt x="1927" y="650"/>
                      <a:pt x="1927" y="1113"/>
                    </a:cubicBezTo>
                    <a:cubicBezTo>
                      <a:pt x="1927" y="1577"/>
                      <a:pt x="1556" y="1948"/>
                      <a:pt x="1093" y="1948"/>
                    </a:cubicBezTo>
                    <a:cubicBezTo>
                      <a:pt x="629" y="1948"/>
                      <a:pt x="258" y="1577"/>
                      <a:pt x="258" y="1113"/>
                    </a:cubicBezTo>
                    <a:cubicBezTo>
                      <a:pt x="258" y="650"/>
                      <a:pt x="629" y="279"/>
                      <a:pt x="1093" y="279"/>
                    </a:cubicBezTo>
                    <a:close/>
                    <a:moveTo>
                      <a:pt x="1093" y="0"/>
                    </a:moveTo>
                    <a:cubicBezTo>
                      <a:pt x="485" y="0"/>
                      <a:pt x="0" y="495"/>
                      <a:pt x="0" y="1103"/>
                    </a:cubicBezTo>
                    <a:cubicBezTo>
                      <a:pt x="0" y="1701"/>
                      <a:pt x="485" y="2195"/>
                      <a:pt x="1093" y="2195"/>
                    </a:cubicBezTo>
                    <a:cubicBezTo>
                      <a:pt x="1701" y="2195"/>
                      <a:pt x="2185" y="1701"/>
                      <a:pt x="2185" y="1103"/>
                    </a:cubicBezTo>
                    <a:cubicBezTo>
                      <a:pt x="2185" y="495"/>
                      <a:pt x="1701"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9"/>
              <p:cNvSpPr/>
              <p:nvPr/>
            </p:nvSpPr>
            <p:spPr>
              <a:xfrm>
                <a:off x="4111375" y="2542450"/>
                <a:ext cx="41250" cy="248075"/>
              </a:xfrm>
              <a:custGeom>
                <a:avLst/>
                <a:gdLst/>
                <a:ahLst/>
                <a:cxnLst/>
                <a:rect l="l" t="t" r="r" b="b"/>
                <a:pathLst>
                  <a:path w="1650" h="9923" extrusionOk="0">
                    <a:moveTo>
                      <a:pt x="1392" y="0"/>
                    </a:moveTo>
                    <a:lnTo>
                      <a:pt x="1392" y="5904"/>
                    </a:lnTo>
                    <a:lnTo>
                      <a:pt x="1" y="6657"/>
                    </a:lnTo>
                    <a:lnTo>
                      <a:pt x="1" y="9923"/>
                    </a:lnTo>
                    <a:lnTo>
                      <a:pt x="258" y="9923"/>
                    </a:lnTo>
                    <a:lnTo>
                      <a:pt x="258" y="6811"/>
                    </a:lnTo>
                    <a:lnTo>
                      <a:pt x="1649" y="6059"/>
                    </a:lnTo>
                    <a:lnTo>
                      <a:pt x="16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9"/>
              <p:cNvSpPr/>
              <p:nvPr/>
            </p:nvSpPr>
            <p:spPr>
              <a:xfrm>
                <a:off x="4122450" y="2490925"/>
                <a:ext cx="54650" cy="54625"/>
              </a:xfrm>
              <a:custGeom>
                <a:avLst/>
                <a:gdLst/>
                <a:ahLst/>
                <a:cxnLst/>
                <a:rect l="l" t="t" r="r" b="b"/>
                <a:pathLst>
                  <a:path w="2186" h="2185" extrusionOk="0">
                    <a:moveTo>
                      <a:pt x="1093" y="268"/>
                    </a:moveTo>
                    <a:cubicBezTo>
                      <a:pt x="1557" y="268"/>
                      <a:pt x="1928" y="639"/>
                      <a:pt x="1928" y="1103"/>
                    </a:cubicBezTo>
                    <a:cubicBezTo>
                      <a:pt x="1928" y="1567"/>
                      <a:pt x="1557" y="1938"/>
                      <a:pt x="1093" y="1938"/>
                    </a:cubicBezTo>
                    <a:cubicBezTo>
                      <a:pt x="629" y="1938"/>
                      <a:pt x="258" y="1567"/>
                      <a:pt x="258" y="1103"/>
                    </a:cubicBezTo>
                    <a:cubicBezTo>
                      <a:pt x="258" y="639"/>
                      <a:pt x="629" y="268"/>
                      <a:pt x="1093" y="268"/>
                    </a:cubicBezTo>
                    <a:close/>
                    <a:moveTo>
                      <a:pt x="1093" y="0"/>
                    </a:moveTo>
                    <a:cubicBezTo>
                      <a:pt x="485" y="0"/>
                      <a:pt x="1" y="485"/>
                      <a:pt x="1" y="1093"/>
                    </a:cubicBezTo>
                    <a:cubicBezTo>
                      <a:pt x="1" y="1701"/>
                      <a:pt x="485" y="2185"/>
                      <a:pt x="1093" y="2185"/>
                    </a:cubicBezTo>
                    <a:cubicBezTo>
                      <a:pt x="1701" y="2185"/>
                      <a:pt x="2185" y="1701"/>
                      <a:pt x="2185" y="1093"/>
                    </a:cubicBezTo>
                    <a:cubicBezTo>
                      <a:pt x="2185" y="485"/>
                      <a:pt x="1701"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9"/>
              <p:cNvSpPr/>
              <p:nvPr/>
            </p:nvSpPr>
            <p:spPr>
              <a:xfrm>
                <a:off x="4199725" y="2638275"/>
                <a:ext cx="41500" cy="248350"/>
              </a:xfrm>
              <a:custGeom>
                <a:avLst/>
                <a:gdLst/>
                <a:ahLst/>
                <a:cxnLst/>
                <a:rect l="l" t="t" r="r" b="b"/>
                <a:pathLst>
                  <a:path w="1660" h="9934" extrusionOk="0">
                    <a:moveTo>
                      <a:pt x="1402" y="0"/>
                    </a:moveTo>
                    <a:lnTo>
                      <a:pt x="1402" y="3122"/>
                    </a:lnTo>
                    <a:lnTo>
                      <a:pt x="1" y="3864"/>
                    </a:lnTo>
                    <a:lnTo>
                      <a:pt x="1" y="9933"/>
                    </a:lnTo>
                    <a:lnTo>
                      <a:pt x="259" y="9933"/>
                    </a:lnTo>
                    <a:lnTo>
                      <a:pt x="259" y="4019"/>
                    </a:lnTo>
                    <a:lnTo>
                      <a:pt x="1660" y="3277"/>
                    </a:lnTo>
                    <a:lnTo>
                      <a:pt x="16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9"/>
              <p:cNvSpPr/>
              <p:nvPr/>
            </p:nvSpPr>
            <p:spPr>
              <a:xfrm>
                <a:off x="4210550" y="2586750"/>
                <a:ext cx="54900" cy="54900"/>
              </a:xfrm>
              <a:custGeom>
                <a:avLst/>
                <a:gdLst/>
                <a:ahLst/>
                <a:cxnLst/>
                <a:rect l="l" t="t" r="r" b="b"/>
                <a:pathLst>
                  <a:path w="2196" h="2196" extrusionOk="0">
                    <a:moveTo>
                      <a:pt x="1103" y="268"/>
                    </a:moveTo>
                    <a:cubicBezTo>
                      <a:pt x="1546" y="268"/>
                      <a:pt x="1917" y="650"/>
                      <a:pt x="1938" y="1113"/>
                    </a:cubicBezTo>
                    <a:cubicBezTo>
                      <a:pt x="1938" y="1577"/>
                      <a:pt x="1567" y="1948"/>
                      <a:pt x="1103" y="1948"/>
                    </a:cubicBezTo>
                    <a:cubicBezTo>
                      <a:pt x="640" y="1948"/>
                      <a:pt x="258" y="1577"/>
                      <a:pt x="258" y="1113"/>
                    </a:cubicBezTo>
                    <a:cubicBezTo>
                      <a:pt x="258" y="639"/>
                      <a:pt x="640" y="268"/>
                      <a:pt x="1103" y="268"/>
                    </a:cubicBezTo>
                    <a:close/>
                    <a:moveTo>
                      <a:pt x="1103" y="1"/>
                    </a:moveTo>
                    <a:cubicBezTo>
                      <a:pt x="495" y="1"/>
                      <a:pt x="1" y="495"/>
                      <a:pt x="1" y="1093"/>
                    </a:cubicBezTo>
                    <a:cubicBezTo>
                      <a:pt x="1" y="1701"/>
                      <a:pt x="495" y="2195"/>
                      <a:pt x="1103" y="2195"/>
                    </a:cubicBezTo>
                    <a:cubicBezTo>
                      <a:pt x="1691" y="2195"/>
                      <a:pt x="2195" y="1701"/>
                      <a:pt x="2195" y="1093"/>
                    </a:cubicBezTo>
                    <a:cubicBezTo>
                      <a:pt x="2195" y="495"/>
                      <a:pt x="1701"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9"/>
              <p:cNvSpPr/>
              <p:nvPr/>
            </p:nvSpPr>
            <p:spPr>
              <a:xfrm>
                <a:off x="4312825" y="2368575"/>
                <a:ext cx="41225" cy="378950"/>
              </a:xfrm>
              <a:custGeom>
                <a:avLst/>
                <a:gdLst/>
                <a:ahLst/>
                <a:cxnLst/>
                <a:rect l="l" t="t" r="r" b="b"/>
                <a:pathLst>
                  <a:path w="1649" h="15158" extrusionOk="0">
                    <a:moveTo>
                      <a:pt x="1391" y="0"/>
                    </a:moveTo>
                    <a:lnTo>
                      <a:pt x="1391" y="5904"/>
                    </a:lnTo>
                    <a:lnTo>
                      <a:pt x="0" y="6656"/>
                    </a:lnTo>
                    <a:lnTo>
                      <a:pt x="0" y="15157"/>
                    </a:lnTo>
                    <a:lnTo>
                      <a:pt x="258" y="15157"/>
                    </a:lnTo>
                    <a:lnTo>
                      <a:pt x="258" y="6811"/>
                    </a:lnTo>
                    <a:lnTo>
                      <a:pt x="1649" y="6059"/>
                    </a:lnTo>
                    <a:lnTo>
                      <a:pt x="16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9"/>
              <p:cNvSpPr/>
              <p:nvPr/>
            </p:nvSpPr>
            <p:spPr>
              <a:xfrm>
                <a:off x="3839600" y="2881450"/>
                <a:ext cx="462950" cy="237525"/>
              </a:xfrm>
              <a:custGeom>
                <a:avLst/>
                <a:gdLst/>
                <a:ahLst/>
                <a:cxnLst/>
                <a:rect l="l" t="t" r="r" b="b"/>
                <a:pathLst>
                  <a:path w="18518" h="9501" extrusionOk="0">
                    <a:moveTo>
                      <a:pt x="14612" y="0"/>
                    </a:moveTo>
                    <a:lnTo>
                      <a:pt x="7966" y="3421"/>
                    </a:lnTo>
                    <a:lnTo>
                      <a:pt x="8244" y="5018"/>
                    </a:lnTo>
                    <a:lnTo>
                      <a:pt x="1" y="9284"/>
                    </a:lnTo>
                    <a:lnTo>
                      <a:pt x="125" y="9501"/>
                    </a:lnTo>
                    <a:lnTo>
                      <a:pt x="8543" y="5163"/>
                    </a:lnTo>
                    <a:lnTo>
                      <a:pt x="8254" y="3565"/>
                    </a:lnTo>
                    <a:lnTo>
                      <a:pt x="14581" y="309"/>
                    </a:lnTo>
                    <a:lnTo>
                      <a:pt x="16312" y="1597"/>
                    </a:lnTo>
                    <a:lnTo>
                      <a:pt x="18517" y="464"/>
                    </a:lnTo>
                    <a:lnTo>
                      <a:pt x="18394" y="227"/>
                    </a:lnTo>
                    <a:lnTo>
                      <a:pt x="16333" y="1299"/>
                    </a:lnTo>
                    <a:lnTo>
                      <a:pt x="146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9"/>
              <p:cNvSpPr/>
              <p:nvPr/>
            </p:nvSpPr>
            <p:spPr>
              <a:xfrm>
                <a:off x="4139450" y="3094725"/>
                <a:ext cx="6475" cy="195800"/>
              </a:xfrm>
              <a:custGeom>
                <a:avLst/>
                <a:gdLst/>
                <a:ahLst/>
                <a:cxnLst/>
                <a:rect l="l" t="t" r="r" b="b"/>
                <a:pathLst>
                  <a:path w="259" h="7832" extrusionOk="0">
                    <a:moveTo>
                      <a:pt x="1" y="1"/>
                    </a:moveTo>
                    <a:lnTo>
                      <a:pt x="1" y="7832"/>
                    </a:lnTo>
                    <a:lnTo>
                      <a:pt x="258" y="7832"/>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9"/>
              <p:cNvSpPr/>
              <p:nvPr/>
            </p:nvSpPr>
            <p:spPr>
              <a:xfrm>
                <a:off x="4501650" y="3050175"/>
                <a:ext cx="94050" cy="6450"/>
              </a:xfrm>
              <a:custGeom>
                <a:avLst/>
                <a:gdLst/>
                <a:ahLst/>
                <a:cxnLst/>
                <a:rect l="l" t="t" r="r" b="b"/>
                <a:pathLst>
                  <a:path w="3762" h="258" extrusionOk="0">
                    <a:moveTo>
                      <a:pt x="0" y="0"/>
                    </a:moveTo>
                    <a:lnTo>
                      <a:pt x="0" y="258"/>
                    </a:lnTo>
                    <a:lnTo>
                      <a:pt x="3761" y="258"/>
                    </a:lnTo>
                    <a:lnTo>
                      <a:pt x="37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9"/>
              <p:cNvSpPr/>
              <p:nvPr/>
            </p:nvSpPr>
            <p:spPr>
              <a:xfrm>
                <a:off x="4472025" y="2916725"/>
                <a:ext cx="6450" cy="93800"/>
              </a:xfrm>
              <a:custGeom>
                <a:avLst/>
                <a:gdLst/>
                <a:ahLst/>
                <a:cxnLst/>
                <a:rect l="l" t="t" r="r" b="b"/>
                <a:pathLst>
                  <a:path w="258" h="3752" extrusionOk="0">
                    <a:moveTo>
                      <a:pt x="0" y="1"/>
                    </a:moveTo>
                    <a:lnTo>
                      <a:pt x="0" y="3752"/>
                    </a:lnTo>
                    <a:lnTo>
                      <a:pt x="258" y="3752"/>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9"/>
              <p:cNvSpPr/>
              <p:nvPr/>
            </p:nvSpPr>
            <p:spPr>
              <a:xfrm>
                <a:off x="4285250" y="2999175"/>
                <a:ext cx="88650" cy="447975"/>
              </a:xfrm>
              <a:custGeom>
                <a:avLst/>
                <a:gdLst/>
                <a:ahLst/>
                <a:cxnLst/>
                <a:rect l="l" t="t" r="r" b="b"/>
                <a:pathLst>
                  <a:path w="3546" h="17919" extrusionOk="0">
                    <a:moveTo>
                      <a:pt x="1103" y="0"/>
                    </a:moveTo>
                    <a:lnTo>
                      <a:pt x="1103" y="6780"/>
                    </a:lnTo>
                    <a:lnTo>
                      <a:pt x="1" y="7697"/>
                    </a:lnTo>
                    <a:lnTo>
                      <a:pt x="145" y="17919"/>
                    </a:lnTo>
                    <a:lnTo>
                      <a:pt x="3545" y="17919"/>
                    </a:lnTo>
                    <a:lnTo>
                      <a:pt x="3545" y="17661"/>
                    </a:lnTo>
                    <a:lnTo>
                      <a:pt x="392" y="17661"/>
                    </a:lnTo>
                    <a:lnTo>
                      <a:pt x="258" y="7811"/>
                    </a:lnTo>
                    <a:lnTo>
                      <a:pt x="1361" y="6904"/>
                    </a:lnTo>
                    <a:lnTo>
                      <a:pt x="13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19" name="Google Shape;1819;p49"/>
            <p:cNvPicPr preferRelativeResize="0"/>
            <p:nvPr/>
          </p:nvPicPr>
          <p:blipFill>
            <a:blip r:embed="rId4">
              <a:alphaModFix amt="40000"/>
            </a:blip>
            <a:stretch>
              <a:fillRect/>
            </a:stretch>
          </p:blipFill>
          <p:spPr>
            <a:xfrm>
              <a:off x="3555425" y="3145450"/>
              <a:ext cx="1177350" cy="1177350"/>
            </a:xfrm>
            <a:prstGeom prst="rect">
              <a:avLst/>
            </a:prstGeom>
            <a:noFill/>
            <a:ln>
              <a:noFill/>
            </a:ln>
          </p:spPr>
        </p:pic>
        <p:pic>
          <p:nvPicPr>
            <p:cNvPr id="1820" name="Google Shape;1820;p49"/>
            <p:cNvPicPr preferRelativeResize="0"/>
            <p:nvPr/>
          </p:nvPicPr>
          <p:blipFill>
            <a:blip r:embed="rId4">
              <a:alphaModFix amt="40000"/>
            </a:blip>
            <a:stretch>
              <a:fillRect/>
            </a:stretch>
          </p:blipFill>
          <p:spPr>
            <a:xfrm>
              <a:off x="3824213" y="1983075"/>
              <a:ext cx="1177350" cy="1177350"/>
            </a:xfrm>
            <a:prstGeom prst="rect">
              <a:avLst/>
            </a:prstGeom>
            <a:noFill/>
            <a:ln>
              <a:noFill/>
            </a:ln>
          </p:spPr>
        </p:pic>
      </p:grpSp>
      <p:grpSp>
        <p:nvGrpSpPr>
          <p:cNvPr id="1821" name="Google Shape;1821;p49"/>
          <p:cNvGrpSpPr/>
          <p:nvPr/>
        </p:nvGrpSpPr>
        <p:grpSpPr>
          <a:xfrm>
            <a:off x="5456888" y="2674450"/>
            <a:ext cx="2742085" cy="1595700"/>
            <a:chOff x="5456888" y="2369650"/>
            <a:chExt cx="2742085" cy="1595700"/>
          </a:xfrm>
        </p:grpSpPr>
        <p:grpSp>
          <p:nvGrpSpPr>
            <p:cNvPr id="1822" name="Google Shape;1822;p49"/>
            <p:cNvGrpSpPr/>
            <p:nvPr/>
          </p:nvGrpSpPr>
          <p:grpSpPr>
            <a:xfrm>
              <a:off x="5925781" y="2369656"/>
              <a:ext cx="2273191" cy="1542136"/>
              <a:chOff x="5387275" y="2190300"/>
              <a:chExt cx="1641175" cy="1113375"/>
            </a:xfrm>
          </p:grpSpPr>
          <p:sp>
            <p:nvSpPr>
              <p:cNvPr id="1823" name="Google Shape;1823;p49"/>
              <p:cNvSpPr/>
              <p:nvPr/>
            </p:nvSpPr>
            <p:spPr>
              <a:xfrm>
                <a:off x="6229350" y="2190300"/>
                <a:ext cx="41500" cy="373300"/>
              </a:xfrm>
              <a:custGeom>
                <a:avLst/>
                <a:gdLst/>
                <a:ahLst/>
                <a:cxnLst/>
                <a:rect l="l" t="t" r="r" b="b"/>
                <a:pathLst>
                  <a:path w="1660" h="14932" extrusionOk="0">
                    <a:moveTo>
                      <a:pt x="1402" y="1"/>
                    </a:moveTo>
                    <a:lnTo>
                      <a:pt x="1402" y="5905"/>
                    </a:lnTo>
                    <a:lnTo>
                      <a:pt x="1" y="6667"/>
                    </a:lnTo>
                    <a:lnTo>
                      <a:pt x="1" y="14931"/>
                    </a:lnTo>
                    <a:lnTo>
                      <a:pt x="259" y="14931"/>
                    </a:lnTo>
                    <a:lnTo>
                      <a:pt x="259" y="6822"/>
                    </a:lnTo>
                    <a:lnTo>
                      <a:pt x="1660" y="6059"/>
                    </a:lnTo>
                    <a:lnTo>
                      <a:pt x="16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9"/>
              <p:cNvSpPr/>
              <p:nvPr/>
            </p:nvSpPr>
            <p:spPr>
              <a:xfrm>
                <a:off x="6200000" y="2888150"/>
                <a:ext cx="41225" cy="294975"/>
              </a:xfrm>
              <a:custGeom>
                <a:avLst/>
                <a:gdLst/>
                <a:ahLst/>
                <a:cxnLst/>
                <a:rect l="l" t="t" r="r" b="b"/>
                <a:pathLst>
                  <a:path w="1649" h="11799" extrusionOk="0">
                    <a:moveTo>
                      <a:pt x="0" y="0"/>
                    </a:moveTo>
                    <a:lnTo>
                      <a:pt x="0" y="3277"/>
                    </a:lnTo>
                    <a:lnTo>
                      <a:pt x="1391" y="4019"/>
                    </a:lnTo>
                    <a:lnTo>
                      <a:pt x="1391" y="11798"/>
                    </a:lnTo>
                    <a:lnTo>
                      <a:pt x="1649" y="11798"/>
                    </a:lnTo>
                    <a:lnTo>
                      <a:pt x="1649" y="3864"/>
                    </a:lnTo>
                    <a:lnTo>
                      <a:pt x="258" y="3122"/>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9"/>
              <p:cNvSpPr/>
              <p:nvPr/>
            </p:nvSpPr>
            <p:spPr>
              <a:xfrm>
                <a:off x="5459400" y="2857500"/>
                <a:ext cx="54625" cy="54875"/>
              </a:xfrm>
              <a:custGeom>
                <a:avLst/>
                <a:gdLst/>
                <a:ahLst/>
                <a:cxnLst/>
                <a:rect l="l" t="t" r="r" b="b"/>
                <a:pathLst>
                  <a:path w="2185" h="2195" extrusionOk="0">
                    <a:moveTo>
                      <a:pt x="1093" y="278"/>
                    </a:moveTo>
                    <a:cubicBezTo>
                      <a:pt x="1556" y="278"/>
                      <a:pt x="1927" y="649"/>
                      <a:pt x="1927" y="1113"/>
                    </a:cubicBezTo>
                    <a:cubicBezTo>
                      <a:pt x="1927" y="1577"/>
                      <a:pt x="1556" y="1947"/>
                      <a:pt x="1093" y="1947"/>
                    </a:cubicBezTo>
                    <a:cubicBezTo>
                      <a:pt x="629" y="1947"/>
                      <a:pt x="258" y="1577"/>
                      <a:pt x="258" y="1113"/>
                    </a:cubicBezTo>
                    <a:cubicBezTo>
                      <a:pt x="258" y="649"/>
                      <a:pt x="629" y="278"/>
                      <a:pt x="1093" y="278"/>
                    </a:cubicBezTo>
                    <a:close/>
                    <a:moveTo>
                      <a:pt x="1093" y="0"/>
                    </a:moveTo>
                    <a:cubicBezTo>
                      <a:pt x="485" y="0"/>
                      <a:pt x="0" y="495"/>
                      <a:pt x="0" y="1103"/>
                    </a:cubicBezTo>
                    <a:cubicBezTo>
                      <a:pt x="0" y="1700"/>
                      <a:pt x="485" y="2195"/>
                      <a:pt x="1093" y="2195"/>
                    </a:cubicBezTo>
                    <a:cubicBezTo>
                      <a:pt x="1701" y="2195"/>
                      <a:pt x="2185" y="1700"/>
                      <a:pt x="2185" y="1103"/>
                    </a:cubicBezTo>
                    <a:cubicBezTo>
                      <a:pt x="2185" y="495"/>
                      <a:pt x="1701"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9"/>
              <p:cNvSpPr/>
              <p:nvPr/>
            </p:nvSpPr>
            <p:spPr>
              <a:xfrm>
                <a:off x="5537200" y="2645475"/>
                <a:ext cx="54875" cy="54650"/>
              </a:xfrm>
              <a:custGeom>
                <a:avLst/>
                <a:gdLst/>
                <a:ahLst/>
                <a:cxnLst/>
                <a:rect l="l" t="t" r="r" b="b"/>
                <a:pathLst>
                  <a:path w="2195" h="2186" extrusionOk="0">
                    <a:moveTo>
                      <a:pt x="1103" y="269"/>
                    </a:moveTo>
                    <a:cubicBezTo>
                      <a:pt x="1566" y="269"/>
                      <a:pt x="1937" y="640"/>
                      <a:pt x="1937" y="1103"/>
                    </a:cubicBezTo>
                    <a:cubicBezTo>
                      <a:pt x="1937" y="1567"/>
                      <a:pt x="1566" y="1938"/>
                      <a:pt x="1103" y="1938"/>
                    </a:cubicBezTo>
                    <a:cubicBezTo>
                      <a:pt x="639" y="1938"/>
                      <a:pt x="258" y="1567"/>
                      <a:pt x="258" y="1103"/>
                    </a:cubicBezTo>
                    <a:cubicBezTo>
                      <a:pt x="258" y="640"/>
                      <a:pt x="639" y="269"/>
                      <a:pt x="1103" y="269"/>
                    </a:cubicBezTo>
                    <a:close/>
                    <a:moveTo>
                      <a:pt x="1103" y="1"/>
                    </a:moveTo>
                    <a:cubicBezTo>
                      <a:pt x="495" y="1"/>
                      <a:pt x="0" y="485"/>
                      <a:pt x="0" y="1093"/>
                    </a:cubicBezTo>
                    <a:cubicBezTo>
                      <a:pt x="0" y="1701"/>
                      <a:pt x="495" y="2185"/>
                      <a:pt x="1103" y="2185"/>
                    </a:cubicBezTo>
                    <a:cubicBezTo>
                      <a:pt x="1700" y="2185"/>
                      <a:pt x="2195" y="1701"/>
                      <a:pt x="2195" y="1093"/>
                    </a:cubicBezTo>
                    <a:cubicBezTo>
                      <a:pt x="2195" y="485"/>
                      <a:pt x="1700"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9"/>
              <p:cNvSpPr/>
              <p:nvPr/>
            </p:nvSpPr>
            <p:spPr>
              <a:xfrm>
                <a:off x="6194575" y="2686950"/>
                <a:ext cx="54650" cy="54650"/>
              </a:xfrm>
              <a:custGeom>
                <a:avLst/>
                <a:gdLst/>
                <a:ahLst/>
                <a:cxnLst/>
                <a:rect l="l" t="t" r="r" b="b"/>
                <a:pathLst>
                  <a:path w="2186" h="2186" extrusionOk="0">
                    <a:moveTo>
                      <a:pt x="1093" y="269"/>
                    </a:moveTo>
                    <a:cubicBezTo>
                      <a:pt x="1557" y="269"/>
                      <a:pt x="1928" y="640"/>
                      <a:pt x="1928" y="1103"/>
                    </a:cubicBezTo>
                    <a:cubicBezTo>
                      <a:pt x="1928" y="1567"/>
                      <a:pt x="1557" y="1948"/>
                      <a:pt x="1093" y="1948"/>
                    </a:cubicBezTo>
                    <a:cubicBezTo>
                      <a:pt x="630" y="1948"/>
                      <a:pt x="259" y="1567"/>
                      <a:pt x="259" y="1103"/>
                    </a:cubicBezTo>
                    <a:cubicBezTo>
                      <a:pt x="259" y="640"/>
                      <a:pt x="630" y="269"/>
                      <a:pt x="1093" y="269"/>
                    </a:cubicBezTo>
                    <a:close/>
                    <a:moveTo>
                      <a:pt x="1093" y="1"/>
                    </a:moveTo>
                    <a:cubicBezTo>
                      <a:pt x="485" y="1"/>
                      <a:pt x="1" y="485"/>
                      <a:pt x="1" y="1093"/>
                    </a:cubicBezTo>
                    <a:cubicBezTo>
                      <a:pt x="1" y="1701"/>
                      <a:pt x="485" y="2185"/>
                      <a:pt x="1093" y="2185"/>
                    </a:cubicBezTo>
                    <a:cubicBezTo>
                      <a:pt x="1701" y="2185"/>
                      <a:pt x="2185" y="1701"/>
                      <a:pt x="2185" y="1093"/>
                    </a:cubicBezTo>
                    <a:cubicBezTo>
                      <a:pt x="2185" y="48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9"/>
              <p:cNvSpPr/>
              <p:nvPr/>
            </p:nvSpPr>
            <p:spPr>
              <a:xfrm>
                <a:off x="6214675" y="2555575"/>
                <a:ext cx="54900" cy="54650"/>
              </a:xfrm>
              <a:custGeom>
                <a:avLst/>
                <a:gdLst/>
                <a:ahLst/>
                <a:cxnLst/>
                <a:rect l="l" t="t" r="r" b="b"/>
                <a:pathLst>
                  <a:path w="2196" h="2186" extrusionOk="0">
                    <a:moveTo>
                      <a:pt x="1103" y="269"/>
                    </a:moveTo>
                    <a:cubicBezTo>
                      <a:pt x="1567" y="269"/>
                      <a:pt x="1938" y="640"/>
                      <a:pt x="1938" y="1103"/>
                    </a:cubicBezTo>
                    <a:cubicBezTo>
                      <a:pt x="1938" y="1567"/>
                      <a:pt x="1557" y="1948"/>
                      <a:pt x="1103" y="1948"/>
                    </a:cubicBezTo>
                    <a:cubicBezTo>
                      <a:pt x="640" y="1948"/>
                      <a:pt x="258" y="1567"/>
                      <a:pt x="258" y="1103"/>
                    </a:cubicBezTo>
                    <a:cubicBezTo>
                      <a:pt x="258" y="640"/>
                      <a:pt x="640" y="269"/>
                      <a:pt x="1103" y="269"/>
                    </a:cubicBezTo>
                    <a:close/>
                    <a:moveTo>
                      <a:pt x="1103" y="1"/>
                    </a:moveTo>
                    <a:cubicBezTo>
                      <a:pt x="495" y="1"/>
                      <a:pt x="1" y="485"/>
                      <a:pt x="1" y="1093"/>
                    </a:cubicBezTo>
                    <a:cubicBezTo>
                      <a:pt x="1" y="1701"/>
                      <a:pt x="495" y="2185"/>
                      <a:pt x="1103" y="2185"/>
                    </a:cubicBezTo>
                    <a:cubicBezTo>
                      <a:pt x="1701" y="2185"/>
                      <a:pt x="2195" y="1701"/>
                      <a:pt x="2195" y="1093"/>
                    </a:cubicBezTo>
                    <a:cubicBezTo>
                      <a:pt x="2195" y="485"/>
                      <a:pt x="1701"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9"/>
              <p:cNvSpPr/>
              <p:nvPr/>
            </p:nvSpPr>
            <p:spPr>
              <a:xfrm>
                <a:off x="6133525" y="2711175"/>
                <a:ext cx="187575" cy="228250"/>
              </a:xfrm>
              <a:custGeom>
                <a:avLst/>
                <a:gdLst/>
                <a:ahLst/>
                <a:cxnLst/>
                <a:rect l="l" t="t" r="r" b="b"/>
                <a:pathLst>
                  <a:path w="7503" h="9130" extrusionOk="0">
                    <a:moveTo>
                      <a:pt x="4370" y="0"/>
                    </a:moveTo>
                    <a:lnTo>
                      <a:pt x="4370" y="258"/>
                    </a:lnTo>
                    <a:lnTo>
                      <a:pt x="7245" y="258"/>
                    </a:lnTo>
                    <a:lnTo>
                      <a:pt x="7245" y="8872"/>
                    </a:lnTo>
                    <a:lnTo>
                      <a:pt x="1" y="8872"/>
                    </a:lnTo>
                    <a:lnTo>
                      <a:pt x="1" y="9130"/>
                    </a:lnTo>
                    <a:lnTo>
                      <a:pt x="7502" y="9130"/>
                    </a:lnTo>
                    <a:lnTo>
                      <a:pt x="75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9"/>
              <p:cNvSpPr/>
              <p:nvPr/>
            </p:nvSpPr>
            <p:spPr>
              <a:xfrm>
                <a:off x="6264400" y="2578000"/>
                <a:ext cx="134225" cy="361425"/>
              </a:xfrm>
              <a:custGeom>
                <a:avLst/>
                <a:gdLst/>
                <a:ahLst/>
                <a:cxnLst/>
                <a:rect l="l" t="t" r="r" b="b"/>
                <a:pathLst>
                  <a:path w="5369" h="14457" extrusionOk="0">
                    <a:moveTo>
                      <a:pt x="0" y="0"/>
                    </a:moveTo>
                    <a:lnTo>
                      <a:pt x="0" y="258"/>
                    </a:lnTo>
                    <a:lnTo>
                      <a:pt x="5111" y="258"/>
                    </a:lnTo>
                    <a:lnTo>
                      <a:pt x="5111" y="14199"/>
                    </a:lnTo>
                    <a:lnTo>
                      <a:pt x="2133" y="14199"/>
                    </a:lnTo>
                    <a:lnTo>
                      <a:pt x="2133" y="14457"/>
                    </a:lnTo>
                    <a:lnTo>
                      <a:pt x="5369" y="14457"/>
                    </a:lnTo>
                    <a:lnTo>
                      <a:pt x="53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9"/>
              <p:cNvSpPr/>
              <p:nvPr/>
            </p:nvSpPr>
            <p:spPr>
              <a:xfrm>
                <a:off x="5483600" y="2324525"/>
                <a:ext cx="6475" cy="539175"/>
              </a:xfrm>
              <a:custGeom>
                <a:avLst/>
                <a:gdLst/>
                <a:ahLst/>
                <a:cxnLst/>
                <a:rect l="l" t="t" r="r" b="b"/>
                <a:pathLst>
                  <a:path w="259" h="21567" extrusionOk="0">
                    <a:moveTo>
                      <a:pt x="1" y="0"/>
                    </a:moveTo>
                    <a:lnTo>
                      <a:pt x="1" y="21566"/>
                    </a:lnTo>
                    <a:lnTo>
                      <a:pt x="259" y="21566"/>
                    </a:lnTo>
                    <a:lnTo>
                      <a:pt x="2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9"/>
              <p:cNvSpPr/>
              <p:nvPr/>
            </p:nvSpPr>
            <p:spPr>
              <a:xfrm>
                <a:off x="6082525" y="2904875"/>
                <a:ext cx="54650" cy="54900"/>
              </a:xfrm>
              <a:custGeom>
                <a:avLst/>
                <a:gdLst/>
                <a:ahLst/>
                <a:cxnLst/>
                <a:rect l="l" t="t" r="r" b="b"/>
                <a:pathLst>
                  <a:path w="2186" h="2196" extrusionOk="0">
                    <a:moveTo>
                      <a:pt x="1093" y="269"/>
                    </a:moveTo>
                    <a:cubicBezTo>
                      <a:pt x="1546" y="269"/>
                      <a:pt x="1917" y="650"/>
                      <a:pt x="1928" y="1114"/>
                    </a:cubicBezTo>
                    <a:cubicBezTo>
                      <a:pt x="1928" y="1577"/>
                      <a:pt x="1557" y="1948"/>
                      <a:pt x="1093" y="1948"/>
                    </a:cubicBezTo>
                    <a:cubicBezTo>
                      <a:pt x="629" y="1948"/>
                      <a:pt x="258" y="1577"/>
                      <a:pt x="258" y="1114"/>
                    </a:cubicBezTo>
                    <a:cubicBezTo>
                      <a:pt x="258" y="650"/>
                      <a:pt x="629" y="269"/>
                      <a:pt x="1093" y="269"/>
                    </a:cubicBezTo>
                    <a:close/>
                    <a:moveTo>
                      <a:pt x="1093" y="1"/>
                    </a:moveTo>
                    <a:cubicBezTo>
                      <a:pt x="485" y="1"/>
                      <a:pt x="1" y="496"/>
                      <a:pt x="1" y="1093"/>
                    </a:cubicBezTo>
                    <a:cubicBezTo>
                      <a:pt x="1" y="1701"/>
                      <a:pt x="485" y="2196"/>
                      <a:pt x="1093" y="2196"/>
                    </a:cubicBezTo>
                    <a:cubicBezTo>
                      <a:pt x="1680" y="2196"/>
                      <a:pt x="2175" y="1701"/>
                      <a:pt x="2185" y="1093"/>
                    </a:cubicBezTo>
                    <a:cubicBezTo>
                      <a:pt x="2185" y="496"/>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9"/>
              <p:cNvSpPr/>
              <p:nvPr/>
            </p:nvSpPr>
            <p:spPr>
              <a:xfrm>
                <a:off x="5803550" y="2954850"/>
                <a:ext cx="309400" cy="209200"/>
              </a:xfrm>
              <a:custGeom>
                <a:avLst/>
                <a:gdLst/>
                <a:ahLst/>
                <a:cxnLst/>
                <a:rect l="l" t="t" r="r" b="b"/>
                <a:pathLst>
                  <a:path w="12376" h="8368" extrusionOk="0">
                    <a:moveTo>
                      <a:pt x="12118" y="1"/>
                    </a:moveTo>
                    <a:lnTo>
                      <a:pt x="12118" y="5452"/>
                    </a:lnTo>
                    <a:lnTo>
                      <a:pt x="1" y="5452"/>
                    </a:lnTo>
                    <a:lnTo>
                      <a:pt x="1" y="8368"/>
                    </a:lnTo>
                    <a:lnTo>
                      <a:pt x="258" y="8368"/>
                    </a:lnTo>
                    <a:lnTo>
                      <a:pt x="258" y="5709"/>
                    </a:lnTo>
                    <a:lnTo>
                      <a:pt x="12376" y="5709"/>
                    </a:lnTo>
                    <a:lnTo>
                      <a:pt x="123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9"/>
              <p:cNvSpPr/>
              <p:nvPr/>
            </p:nvSpPr>
            <p:spPr>
              <a:xfrm>
                <a:off x="5616525" y="2515400"/>
                <a:ext cx="902150" cy="204300"/>
              </a:xfrm>
              <a:custGeom>
                <a:avLst/>
                <a:gdLst/>
                <a:ahLst/>
                <a:cxnLst/>
                <a:rect l="l" t="t" r="r" b="b"/>
                <a:pathLst>
                  <a:path w="36086" h="8172" extrusionOk="0">
                    <a:moveTo>
                      <a:pt x="36075" y="0"/>
                    </a:moveTo>
                    <a:lnTo>
                      <a:pt x="11335" y="258"/>
                    </a:lnTo>
                    <a:lnTo>
                      <a:pt x="1" y="3741"/>
                    </a:lnTo>
                    <a:lnTo>
                      <a:pt x="1" y="8171"/>
                    </a:lnTo>
                    <a:lnTo>
                      <a:pt x="258" y="8171"/>
                    </a:lnTo>
                    <a:lnTo>
                      <a:pt x="258" y="3936"/>
                    </a:lnTo>
                    <a:lnTo>
                      <a:pt x="11356" y="516"/>
                    </a:lnTo>
                    <a:lnTo>
                      <a:pt x="36085" y="258"/>
                    </a:lnTo>
                    <a:lnTo>
                      <a:pt x="36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9"/>
              <p:cNvSpPr/>
              <p:nvPr/>
            </p:nvSpPr>
            <p:spPr>
              <a:xfrm>
                <a:off x="5661350" y="2324775"/>
                <a:ext cx="397500" cy="978900"/>
              </a:xfrm>
              <a:custGeom>
                <a:avLst/>
                <a:gdLst/>
                <a:ahLst/>
                <a:cxnLst/>
                <a:rect l="l" t="t" r="r" b="b"/>
                <a:pathLst>
                  <a:path w="15900" h="39156" extrusionOk="0">
                    <a:moveTo>
                      <a:pt x="15642" y="0"/>
                    </a:moveTo>
                    <a:lnTo>
                      <a:pt x="15642" y="18001"/>
                    </a:lnTo>
                    <a:lnTo>
                      <a:pt x="1" y="26193"/>
                    </a:lnTo>
                    <a:lnTo>
                      <a:pt x="1" y="39155"/>
                    </a:lnTo>
                    <a:lnTo>
                      <a:pt x="258" y="39155"/>
                    </a:lnTo>
                    <a:lnTo>
                      <a:pt x="258" y="26348"/>
                    </a:lnTo>
                    <a:lnTo>
                      <a:pt x="15900" y="18156"/>
                    </a:lnTo>
                    <a:lnTo>
                      <a:pt x="159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9"/>
              <p:cNvSpPr/>
              <p:nvPr/>
            </p:nvSpPr>
            <p:spPr>
              <a:xfrm>
                <a:off x="5561400" y="2414150"/>
                <a:ext cx="435375" cy="756100"/>
              </a:xfrm>
              <a:custGeom>
                <a:avLst/>
                <a:gdLst/>
                <a:ahLst/>
                <a:cxnLst/>
                <a:rect l="l" t="t" r="r" b="b"/>
                <a:pathLst>
                  <a:path w="17415" h="30244" extrusionOk="0">
                    <a:moveTo>
                      <a:pt x="8553" y="1"/>
                    </a:moveTo>
                    <a:lnTo>
                      <a:pt x="1" y="2783"/>
                    </a:lnTo>
                    <a:lnTo>
                      <a:pt x="1" y="9563"/>
                    </a:lnTo>
                    <a:lnTo>
                      <a:pt x="258" y="9563"/>
                    </a:lnTo>
                    <a:lnTo>
                      <a:pt x="258" y="2968"/>
                    </a:lnTo>
                    <a:lnTo>
                      <a:pt x="8584" y="258"/>
                    </a:lnTo>
                    <a:lnTo>
                      <a:pt x="17157" y="258"/>
                    </a:lnTo>
                    <a:lnTo>
                      <a:pt x="17157" y="14426"/>
                    </a:lnTo>
                    <a:lnTo>
                      <a:pt x="1505" y="22618"/>
                    </a:lnTo>
                    <a:lnTo>
                      <a:pt x="1505" y="30243"/>
                    </a:lnTo>
                    <a:lnTo>
                      <a:pt x="1763" y="30243"/>
                    </a:lnTo>
                    <a:lnTo>
                      <a:pt x="1763" y="22773"/>
                    </a:lnTo>
                    <a:lnTo>
                      <a:pt x="17415" y="14581"/>
                    </a:lnTo>
                    <a:lnTo>
                      <a:pt x="174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9"/>
              <p:cNvSpPr/>
              <p:nvPr/>
            </p:nvSpPr>
            <p:spPr>
              <a:xfrm>
                <a:off x="5723950" y="2324775"/>
                <a:ext cx="397500" cy="868125"/>
              </a:xfrm>
              <a:custGeom>
                <a:avLst/>
                <a:gdLst/>
                <a:ahLst/>
                <a:cxnLst/>
                <a:rect l="l" t="t" r="r" b="b"/>
                <a:pathLst>
                  <a:path w="15900" h="34725" extrusionOk="0">
                    <a:moveTo>
                      <a:pt x="15642" y="0"/>
                    </a:moveTo>
                    <a:lnTo>
                      <a:pt x="15642" y="18001"/>
                    </a:lnTo>
                    <a:lnTo>
                      <a:pt x="1" y="26193"/>
                    </a:lnTo>
                    <a:lnTo>
                      <a:pt x="1" y="34725"/>
                    </a:lnTo>
                    <a:lnTo>
                      <a:pt x="258" y="34725"/>
                    </a:lnTo>
                    <a:lnTo>
                      <a:pt x="258" y="26348"/>
                    </a:lnTo>
                    <a:lnTo>
                      <a:pt x="15900" y="18156"/>
                    </a:lnTo>
                    <a:lnTo>
                      <a:pt x="159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9"/>
              <p:cNvSpPr/>
              <p:nvPr/>
            </p:nvSpPr>
            <p:spPr>
              <a:xfrm>
                <a:off x="5827775" y="2994525"/>
                <a:ext cx="6450" cy="99725"/>
              </a:xfrm>
              <a:custGeom>
                <a:avLst/>
                <a:gdLst/>
                <a:ahLst/>
                <a:cxnLst/>
                <a:rect l="l" t="t" r="r" b="b"/>
                <a:pathLst>
                  <a:path w="258" h="3989" extrusionOk="0">
                    <a:moveTo>
                      <a:pt x="0" y="1"/>
                    </a:moveTo>
                    <a:lnTo>
                      <a:pt x="0"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9"/>
              <p:cNvSpPr/>
              <p:nvPr/>
            </p:nvSpPr>
            <p:spPr>
              <a:xfrm>
                <a:off x="5999575" y="2994525"/>
                <a:ext cx="6475" cy="99725"/>
              </a:xfrm>
              <a:custGeom>
                <a:avLst/>
                <a:gdLst/>
                <a:ahLst/>
                <a:cxnLst/>
                <a:rect l="l" t="t" r="r" b="b"/>
                <a:pathLst>
                  <a:path w="259" h="3989" extrusionOk="0">
                    <a:moveTo>
                      <a:pt x="1" y="1"/>
                    </a:moveTo>
                    <a:lnTo>
                      <a:pt x="1"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9"/>
              <p:cNvSpPr/>
              <p:nvPr/>
            </p:nvSpPr>
            <p:spPr>
              <a:xfrm>
                <a:off x="5912250" y="2991700"/>
                <a:ext cx="6475" cy="99975"/>
              </a:xfrm>
              <a:custGeom>
                <a:avLst/>
                <a:gdLst/>
                <a:ahLst/>
                <a:cxnLst/>
                <a:rect l="l" t="t" r="r" b="b"/>
                <a:pathLst>
                  <a:path w="259" h="3999" extrusionOk="0">
                    <a:moveTo>
                      <a:pt x="1" y="0"/>
                    </a:moveTo>
                    <a:lnTo>
                      <a:pt x="1" y="3998"/>
                    </a:lnTo>
                    <a:lnTo>
                      <a:pt x="258" y="3998"/>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9"/>
              <p:cNvSpPr/>
              <p:nvPr/>
            </p:nvSpPr>
            <p:spPr>
              <a:xfrm>
                <a:off x="5747125" y="2571050"/>
                <a:ext cx="112875" cy="79875"/>
              </a:xfrm>
              <a:custGeom>
                <a:avLst/>
                <a:gdLst/>
                <a:ahLst/>
                <a:cxnLst/>
                <a:rect l="l" t="t" r="r" b="b"/>
                <a:pathLst>
                  <a:path w="4515" h="3195" extrusionOk="0">
                    <a:moveTo>
                      <a:pt x="1" y="0"/>
                    </a:moveTo>
                    <a:lnTo>
                      <a:pt x="1" y="3194"/>
                    </a:lnTo>
                    <a:lnTo>
                      <a:pt x="4514" y="3194"/>
                    </a:lnTo>
                    <a:lnTo>
                      <a:pt x="4514" y="2937"/>
                    </a:lnTo>
                    <a:lnTo>
                      <a:pt x="259" y="2937"/>
                    </a:lnTo>
                    <a:lnTo>
                      <a:pt x="2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9"/>
              <p:cNvSpPr/>
              <p:nvPr/>
            </p:nvSpPr>
            <p:spPr>
              <a:xfrm>
                <a:off x="5898600" y="2693150"/>
                <a:ext cx="6475" cy="128050"/>
              </a:xfrm>
              <a:custGeom>
                <a:avLst/>
                <a:gdLst/>
                <a:ahLst/>
                <a:cxnLst/>
                <a:rect l="l" t="t" r="r" b="b"/>
                <a:pathLst>
                  <a:path w="259" h="5122" extrusionOk="0">
                    <a:moveTo>
                      <a:pt x="1" y="0"/>
                    </a:moveTo>
                    <a:lnTo>
                      <a:pt x="1" y="5121"/>
                    </a:lnTo>
                    <a:lnTo>
                      <a:pt x="258" y="5121"/>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9"/>
              <p:cNvSpPr/>
              <p:nvPr/>
            </p:nvSpPr>
            <p:spPr>
              <a:xfrm>
                <a:off x="5895000" y="2459750"/>
                <a:ext cx="6475" cy="137325"/>
              </a:xfrm>
              <a:custGeom>
                <a:avLst/>
                <a:gdLst/>
                <a:ahLst/>
                <a:cxnLst/>
                <a:rect l="l" t="t" r="r" b="b"/>
                <a:pathLst>
                  <a:path w="259" h="5493" extrusionOk="0">
                    <a:moveTo>
                      <a:pt x="0" y="1"/>
                    </a:moveTo>
                    <a:lnTo>
                      <a:pt x="0" y="5493"/>
                    </a:lnTo>
                    <a:lnTo>
                      <a:pt x="258" y="5493"/>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9"/>
              <p:cNvSpPr/>
              <p:nvPr/>
            </p:nvSpPr>
            <p:spPr>
              <a:xfrm>
                <a:off x="6232450" y="2240025"/>
                <a:ext cx="796000" cy="221825"/>
              </a:xfrm>
              <a:custGeom>
                <a:avLst/>
                <a:gdLst/>
                <a:ahLst/>
                <a:cxnLst/>
                <a:rect l="l" t="t" r="r" b="b"/>
                <a:pathLst>
                  <a:path w="31840" h="8873" extrusionOk="0">
                    <a:moveTo>
                      <a:pt x="15807" y="0"/>
                    </a:moveTo>
                    <a:lnTo>
                      <a:pt x="7584" y="8615"/>
                    </a:lnTo>
                    <a:lnTo>
                      <a:pt x="1" y="8615"/>
                    </a:lnTo>
                    <a:lnTo>
                      <a:pt x="1" y="8872"/>
                    </a:lnTo>
                    <a:lnTo>
                      <a:pt x="7687" y="8872"/>
                    </a:lnTo>
                    <a:lnTo>
                      <a:pt x="15920" y="258"/>
                    </a:lnTo>
                    <a:lnTo>
                      <a:pt x="31582" y="258"/>
                    </a:lnTo>
                    <a:lnTo>
                      <a:pt x="31582" y="5400"/>
                    </a:lnTo>
                    <a:lnTo>
                      <a:pt x="31840" y="5400"/>
                    </a:lnTo>
                    <a:lnTo>
                      <a:pt x="318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9"/>
              <p:cNvSpPr/>
              <p:nvPr/>
            </p:nvSpPr>
            <p:spPr>
              <a:xfrm>
                <a:off x="5640750" y="2190825"/>
                <a:ext cx="45100" cy="202500"/>
              </a:xfrm>
              <a:custGeom>
                <a:avLst/>
                <a:gdLst/>
                <a:ahLst/>
                <a:cxnLst/>
                <a:rect l="l" t="t" r="r" b="b"/>
                <a:pathLst>
                  <a:path w="1804" h="8100" extrusionOk="0">
                    <a:moveTo>
                      <a:pt x="1546" y="0"/>
                    </a:moveTo>
                    <a:lnTo>
                      <a:pt x="1546" y="1701"/>
                    </a:lnTo>
                    <a:lnTo>
                      <a:pt x="0" y="5286"/>
                    </a:lnTo>
                    <a:lnTo>
                      <a:pt x="0"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9"/>
              <p:cNvSpPr/>
              <p:nvPr/>
            </p:nvSpPr>
            <p:spPr>
              <a:xfrm>
                <a:off x="5695350" y="2190825"/>
                <a:ext cx="45125" cy="202500"/>
              </a:xfrm>
              <a:custGeom>
                <a:avLst/>
                <a:gdLst/>
                <a:ahLst/>
                <a:cxnLst/>
                <a:rect l="l" t="t" r="r" b="b"/>
                <a:pathLst>
                  <a:path w="1805"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9"/>
              <p:cNvSpPr/>
              <p:nvPr/>
            </p:nvSpPr>
            <p:spPr>
              <a:xfrm>
                <a:off x="5750475" y="2190825"/>
                <a:ext cx="45125" cy="202500"/>
              </a:xfrm>
              <a:custGeom>
                <a:avLst/>
                <a:gdLst/>
                <a:ahLst/>
                <a:cxnLst/>
                <a:rect l="l" t="t" r="r" b="b"/>
                <a:pathLst>
                  <a:path w="1805"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9"/>
              <p:cNvSpPr/>
              <p:nvPr/>
            </p:nvSpPr>
            <p:spPr>
              <a:xfrm>
                <a:off x="5805100"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4" y="1979"/>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9"/>
              <p:cNvSpPr/>
              <p:nvPr/>
            </p:nvSpPr>
            <p:spPr>
              <a:xfrm>
                <a:off x="5859975"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9"/>
              <p:cNvSpPr/>
              <p:nvPr/>
            </p:nvSpPr>
            <p:spPr>
              <a:xfrm>
                <a:off x="5915100"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9"/>
              <p:cNvSpPr/>
              <p:nvPr/>
            </p:nvSpPr>
            <p:spPr>
              <a:xfrm>
                <a:off x="5387275" y="2679225"/>
                <a:ext cx="296525" cy="484825"/>
              </a:xfrm>
              <a:custGeom>
                <a:avLst/>
                <a:gdLst/>
                <a:ahLst/>
                <a:cxnLst/>
                <a:rect l="l" t="t" r="r" b="b"/>
                <a:pathLst>
                  <a:path w="11861" h="19393" extrusionOk="0">
                    <a:moveTo>
                      <a:pt x="11603" y="1"/>
                    </a:moveTo>
                    <a:lnTo>
                      <a:pt x="11603" y="6132"/>
                    </a:lnTo>
                    <a:lnTo>
                      <a:pt x="7718" y="10624"/>
                    </a:lnTo>
                    <a:lnTo>
                      <a:pt x="2638" y="10624"/>
                    </a:lnTo>
                    <a:lnTo>
                      <a:pt x="2638" y="12541"/>
                    </a:lnTo>
                    <a:lnTo>
                      <a:pt x="0" y="13932"/>
                    </a:lnTo>
                    <a:lnTo>
                      <a:pt x="0" y="15714"/>
                    </a:lnTo>
                    <a:lnTo>
                      <a:pt x="1494" y="16580"/>
                    </a:lnTo>
                    <a:lnTo>
                      <a:pt x="1494" y="19393"/>
                    </a:lnTo>
                    <a:lnTo>
                      <a:pt x="1752" y="19393"/>
                    </a:lnTo>
                    <a:lnTo>
                      <a:pt x="1752" y="16435"/>
                    </a:lnTo>
                    <a:lnTo>
                      <a:pt x="258" y="15570"/>
                    </a:lnTo>
                    <a:lnTo>
                      <a:pt x="258" y="14086"/>
                    </a:lnTo>
                    <a:lnTo>
                      <a:pt x="2896" y="12695"/>
                    </a:lnTo>
                    <a:lnTo>
                      <a:pt x="2896" y="10882"/>
                    </a:lnTo>
                    <a:lnTo>
                      <a:pt x="7831" y="10882"/>
                    </a:lnTo>
                    <a:lnTo>
                      <a:pt x="11860" y="6235"/>
                    </a:lnTo>
                    <a:lnTo>
                      <a:pt x="118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52" name="Google Shape;1852;p49"/>
            <p:cNvPicPr preferRelativeResize="0"/>
            <p:nvPr/>
          </p:nvPicPr>
          <p:blipFill>
            <a:blip r:embed="rId4">
              <a:alphaModFix amt="40000"/>
            </a:blip>
            <a:stretch>
              <a:fillRect/>
            </a:stretch>
          </p:blipFill>
          <p:spPr>
            <a:xfrm>
              <a:off x="5456888" y="2734450"/>
              <a:ext cx="1177350" cy="1177350"/>
            </a:xfrm>
            <a:prstGeom prst="rect">
              <a:avLst/>
            </a:prstGeom>
            <a:noFill/>
            <a:ln>
              <a:noFill/>
            </a:ln>
          </p:spPr>
        </p:pic>
        <p:pic>
          <p:nvPicPr>
            <p:cNvPr id="1853" name="Google Shape;1853;p49"/>
            <p:cNvPicPr preferRelativeResize="0"/>
            <p:nvPr/>
          </p:nvPicPr>
          <p:blipFill>
            <a:blip r:embed="rId4">
              <a:alphaModFix amt="40000"/>
            </a:blip>
            <a:stretch>
              <a:fillRect/>
            </a:stretch>
          </p:blipFill>
          <p:spPr>
            <a:xfrm>
              <a:off x="6411088" y="2788000"/>
              <a:ext cx="1177350" cy="1177350"/>
            </a:xfrm>
            <a:prstGeom prst="rect">
              <a:avLst/>
            </a:prstGeom>
            <a:noFill/>
            <a:ln>
              <a:noFill/>
            </a:ln>
          </p:spPr>
        </p:pic>
        <p:pic>
          <p:nvPicPr>
            <p:cNvPr id="1854" name="Google Shape;1854;p49"/>
            <p:cNvPicPr preferRelativeResize="0"/>
            <p:nvPr/>
          </p:nvPicPr>
          <p:blipFill>
            <a:blip r:embed="rId4">
              <a:alphaModFix amt="40000"/>
            </a:blip>
            <a:stretch>
              <a:fillRect/>
            </a:stretch>
          </p:blipFill>
          <p:spPr>
            <a:xfrm>
              <a:off x="6579938" y="2369650"/>
              <a:ext cx="1177350" cy="1177350"/>
            </a:xfrm>
            <a:prstGeom prst="rect">
              <a:avLst/>
            </a:prstGeom>
            <a:noFill/>
            <a:ln>
              <a:noFill/>
            </a:ln>
          </p:spPr>
        </p:pic>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58"/>
        <p:cNvGrpSpPr/>
        <p:nvPr/>
      </p:nvGrpSpPr>
      <p:grpSpPr>
        <a:xfrm>
          <a:off x="0" y="0"/>
          <a:ext cx="0" cy="0"/>
          <a:chOff x="0" y="0"/>
          <a:chExt cx="0" cy="0"/>
        </a:xfrm>
      </p:grpSpPr>
      <p:sp>
        <p:nvSpPr>
          <p:cNvPr id="1859" name="Google Shape;1859;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Resources</a:t>
            </a:r>
            <a:endParaRPr/>
          </a:p>
        </p:txBody>
      </p:sp>
      <p:sp>
        <p:nvSpPr>
          <p:cNvPr id="1860" name="Google Shape;1860;p50"/>
          <p:cNvSpPr txBox="1">
            <a:spLocks noGrp="1"/>
          </p:cNvSpPr>
          <p:nvPr>
            <p:ph type="subTitle" idx="1"/>
          </p:nvPr>
        </p:nvSpPr>
        <p:spPr>
          <a:xfrm>
            <a:off x="720000" y="1212525"/>
            <a:ext cx="7704000" cy="258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419"/>
              <a:t>Did you like the resources in this template? Get them at these websites:</a:t>
            </a:r>
            <a:endParaRPr/>
          </a:p>
          <a:p>
            <a:pPr marL="0" lvl="0" indent="0" algn="l" rtl="0">
              <a:spcBef>
                <a:spcPts val="1000"/>
              </a:spcBef>
              <a:spcAft>
                <a:spcPts val="0"/>
              </a:spcAft>
              <a:buNone/>
            </a:pPr>
            <a:r>
              <a:rPr lang="es-419" b="1"/>
              <a:t>Vectors</a:t>
            </a:r>
            <a:endParaRPr b="1"/>
          </a:p>
          <a:p>
            <a:pPr marL="457200" lvl="0" indent="-304800" algn="l" rtl="0">
              <a:spcBef>
                <a:spcPts val="0"/>
              </a:spcBef>
              <a:spcAft>
                <a:spcPts val="0"/>
              </a:spcAft>
              <a:buSzPts val="1200"/>
              <a:buChar char="●"/>
            </a:pPr>
            <a:r>
              <a:rPr lang="es-419" u="sng">
                <a:hlinkClick r:id="rId3"/>
              </a:rPr>
              <a:t>Modern cyber monday composition with flat design</a:t>
            </a:r>
            <a:endParaRPr/>
          </a:p>
          <a:p>
            <a:pPr marL="457200" lvl="0" indent="-304800" algn="l" rtl="0">
              <a:spcBef>
                <a:spcPts val="0"/>
              </a:spcBef>
              <a:spcAft>
                <a:spcPts val="0"/>
              </a:spcAft>
              <a:buSzPts val="1200"/>
              <a:buChar char="●"/>
            </a:pPr>
            <a:r>
              <a:rPr lang="es-419" u="sng">
                <a:hlinkClick r:id="rId4"/>
              </a:rPr>
              <a:t>Abstract background with circuits</a:t>
            </a:r>
            <a:endParaRPr/>
          </a:p>
          <a:p>
            <a:pPr marL="457200" lvl="0" indent="0" algn="l" rtl="0">
              <a:spcBef>
                <a:spcPts val="0"/>
              </a:spcBef>
              <a:spcAft>
                <a:spcPts val="0"/>
              </a:spcAft>
              <a:buNone/>
            </a:pPr>
            <a:endParaRPr/>
          </a:p>
          <a:p>
            <a:pPr marL="0" lvl="0" indent="0" algn="l" rtl="0">
              <a:spcBef>
                <a:spcPts val="0"/>
              </a:spcBef>
              <a:spcAft>
                <a:spcPts val="0"/>
              </a:spcAft>
              <a:buNone/>
            </a:pPr>
            <a:r>
              <a:rPr lang="es-419" b="1"/>
              <a:t>Photos</a:t>
            </a:r>
            <a:endParaRPr b="1"/>
          </a:p>
          <a:p>
            <a:pPr marL="457200" lvl="0" indent="-304800" algn="l" rtl="0">
              <a:spcBef>
                <a:spcPts val="0"/>
              </a:spcBef>
              <a:spcAft>
                <a:spcPts val="0"/>
              </a:spcAft>
              <a:buSzPts val="1200"/>
              <a:buChar char="●"/>
            </a:pPr>
            <a:r>
              <a:rPr lang="es-419" u="sng">
                <a:hlinkClick r:id="rId5"/>
              </a:rPr>
              <a:t>I</a:t>
            </a:r>
            <a:r>
              <a:rPr lang="es-419" u="sng">
                <a:hlinkClick r:id="rId5"/>
              </a:rPr>
              <a:t>ndustrial designer working on 3d model</a:t>
            </a:r>
            <a:endParaRPr/>
          </a:p>
          <a:p>
            <a:pPr marL="457200" lvl="0" indent="-304800" algn="l" rtl="0">
              <a:spcBef>
                <a:spcPts val="0"/>
              </a:spcBef>
              <a:spcAft>
                <a:spcPts val="0"/>
              </a:spcAft>
              <a:buSzPts val="1200"/>
              <a:buChar char="●"/>
            </a:pPr>
            <a:r>
              <a:rPr lang="es-419" u="sng">
                <a:hlinkClick r:id="rId6"/>
              </a:rPr>
              <a:t>Person using ai tool at job</a:t>
            </a:r>
            <a:endParaRPr/>
          </a:p>
          <a:p>
            <a:pPr marL="457200" lvl="0" indent="-304800" algn="l" rtl="0">
              <a:spcBef>
                <a:spcPts val="0"/>
              </a:spcBef>
              <a:spcAft>
                <a:spcPts val="0"/>
              </a:spcAft>
              <a:buSzPts val="1200"/>
              <a:buChar char="●"/>
            </a:pPr>
            <a:r>
              <a:rPr lang="es-419" u="sng">
                <a:hlinkClick r:id="rId7"/>
              </a:rPr>
              <a:t>Close up hand holding smartphone</a:t>
            </a:r>
            <a:endParaRPr/>
          </a:p>
          <a:p>
            <a:pPr marL="457200" lvl="0" indent="-304800" algn="l" rtl="0">
              <a:spcBef>
                <a:spcPts val="0"/>
              </a:spcBef>
              <a:spcAft>
                <a:spcPts val="0"/>
              </a:spcAft>
              <a:buSzPts val="1200"/>
              <a:buChar char="●"/>
            </a:pPr>
            <a:r>
              <a:rPr lang="es-419" u="sng">
                <a:hlinkClick r:id="rId8"/>
              </a:rPr>
              <a:t>Facial recognition collage concept</a:t>
            </a:r>
            <a:endParaRPr/>
          </a:p>
          <a:p>
            <a:pPr marL="457200" lvl="0" indent="-304800" algn="l" rtl="0">
              <a:spcBef>
                <a:spcPts val="0"/>
              </a:spcBef>
              <a:spcAft>
                <a:spcPts val="0"/>
              </a:spcAft>
              <a:buSzPts val="1200"/>
              <a:buChar char="●"/>
            </a:pPr>
            <a:r>
              <a:rPr lang="es-419" u="sng">
                <a:hlinkClick r:id="rId9"/>
              </a:rPr>
              <a:t>Rpa concept with blurry hand touching screen</a:t>
            </a:r>
            <a:endParaRPr/>
          </a:p>
          <a:p>
            <a:pPr marL="457200" lvl="0" indent="-304800" algn="l" rtl="0">
              <a:spcBef>
                <a:spcPts val="0"/>
              </a:spcBef>
              <a:spcAft>
                <a:spcPts val="0"/>
              </a:spcAft>
              <a:buSzPts val="1200"/>
              <a:buChar char="●"/>
            </a:pPr>
            <a:r>
              <a:rPr lang="es-419" u="sng">
                <a:hlinkClick r:id="rId10"/>
              </a:rPr>
              <a:t>Programming background with person working with codes on computer</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64"/>
        <p:cNvGrpSpPr/>
        <p:nvPr/>
      </p:nvGrpSpPr>
      <p:grpSpPr>
        <a:xfrm>
          <a:off x="0" y="0"/>
          <a:ext cx="0" cy="0"/>
          <a:chOff x="0" y="0"/>
          <a:chExt cx="0" cy="0"/>
        </a:xfrm>
      </p:grpSpPr>
      <p:sp>
        <p:nvSpPr>
          <p:cNvPr id="1865" name="Google Shape;1865;p5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Instructions for use</a:t>
            </a:r>
            <a:endParaRPr/>
          </a:p>
        </p:txBody>
      </p:sp>
      <p:sp>
        <p:nvSpPr>
          <p:cNvPr id="1866" name="Google Shape;1866;p51"/>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s-419" sz="1100">
                <a:solidFill>
                  <a:schemeClr val="lt1"/>
                </a:solidFill>
              </a:rPr>
              <a:t>If you have a free account, in order to use this template, you must credit </a:t>
            </a:r>
            <a:r>
              <a:rPr lang="es-419" sz="1100" b="1" u="sng">
                <a:solidFill>
                  <a:schemeClr val="hlink"/>
                </a:solidFill>
                <a:hlinkClick r:id="rId3"/>
              </a:rPr>
              <a:t>Slidesgo</a:t>
            </a:r>
            <a:r>
              <a:rPr lang="es-419" sz="1100" b="1">
                <a:solidFill>
                  <a:schemeClr val="hlink"/>
                </a:solidFill>
              </a:rPr>
              <a:t> </a:t>
            </a:r>
            <a:r>
              <a:rPr lang="es-419" sz="1100">
                <a:solidFill>
                  <a:schemeClr val="lt1"/>
                </a:solidFill>
              </a:rPr>
              <a:t>by keeping the </a:t>
            </a:r>
            <a:r>
              <a:rPr lang="es-419" sz="1100" b="1" u="sng">
                <a:solidFill>
                  <a:schemeClr val="hlink"/>
                </a:solidFill>
                <a:hlinkClick r:id="rId4" action="ppaction://hlinksldjump"/>
              </a:rPr>
              <a:t>Thanks</a:t>
            </a:r>
            <a:r>
              <a:rPr lang="es-419" sz="1100" b="1">
                <a:solidFill>
                  <a:schemeClr val="hlink"/>
                </a:solidFill>
              </a:rPr>
              <a:t> </a:t>
            </a:r>
            <a:r>
              <a:rPr lang="es-419"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s-419"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s-419"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s-419"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s-419"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s-419"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s-419" sz="1100" b="1" u="sng">
                <a:solidFill>
                  <a:schemeClr val="hlink"/>
                </a:solidFill>
                <a:hlinkClick r:id="rId5"/>
              </a:rPr>
              <a:t>https://slidesgo.com/faqs</a:t>
            </a:r>
            <a:r>
              <a:rPr lang="es-419" sz="1100">
                <a:solidFill>
                  <a:schemeClr val="lt1"/>
                </a:solidFill>
              </a:rPr>
              <a:t> and </a:t>
            </a:r>
            <a:r>
              <a:rPr lang="es-419"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0"/>
        <p:cNvGrpSpPr/>
        <p:nvPr/>
      </p:nvGrpSpPr>
      <p:grpSpPr>
        <a:xfrm>
          <a:off x="0" y="0"/>
          <a:ext cx="0" cy="0"/>
          <a:chOff x="0" y="0"/>
          <a:chExt cx="0" cy="0"/>
        </a:xfrm>
      </p:grpSpPr>
      <p:sp>
        <p:nvSpPr>
          <p:cNvPr id="1871" name="Google Shape;1871;p52"/>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s-419" sz="1100">
                <a:solidFill>
                  <a:schemeClr val="lt1"/>
                </a:solidFill>
              </a:rPr>
              <a:t>As a Premium user, you can use this template without attributing </a:t>
            </a:r>
            <a:r>
              <a:rPr lang="es-419" sz="1100" b="1" u="sng">
                <a:solidFill>
                  <a:schemeClr val="hlink"/>
                </a:solidFill>
                <a:hlinkClick r:id="rId3"/>
              </a:rPr>
              <a:t>Slidesgo</a:t>
            </a:r>
            <a:r>
              <a:rPr lang="es-419" sz="1100" b="1">
                <a:solidFill>
                  <a:schemeClr val="hlink"/>
                </a:solidFill>
              </a:rPr>
              <a:t> </a:t>
            </a:r>
            <a:r>
              <a:rPr lang="es-419" sz="1100">
                <a:solidFill>
                  <a:schemeClr val="lt1"/>
                </a:solidFill>
              </a:rPr>
              <a:t>or keeping the "</a:t>
            </a:r>
            <a:r>
              <a:rPr lang="es-419" sz="1100" b="1" u="sng">
                <a:solidFill>
                  <a:schemeClr val="hlink"/>
                </a:solidFill>
                <a:hlinkClick r:id="rId4" action="ppaction://hlinksldjump"/>
              </a:rPr>
              <a:t>Thanks</a:t>
            </a:r>
            <a:r>
              <a:rPr lang="es-419"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s-419"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s-419"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s-419"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s-419" sz="1100" b="1" u="sng">
                <a:solidFill>
                  <a:schemeClr val="hlink"/>
                </a:solidFill>
                <a:hlinkClick r:id="rId5"/>
              </a:rPr>
              <a:t>https://slidesgo.com/faqs</a:t>
            </a:r>
            <a:r>
              <a:rPr lang="es-419" sz="1100">
                <a:solidFill>
                  <a:schemeClr val="lt1"/>
                </a:solidFill>
              </a:rPr>
              <a:t> and </a:t>
            </a:r>
            <a:r>
              <a:rPr lang="es-419" sz="1100" b="1" u="sng">
                <a:solidFill>
                  <a:schemeClr val="hlink"/>
                </a:solidFill>
                <a:hlinkClick r:id="rId6"/>
              </a:rPr>
              <a:t>https://slidesgo.com/slidesgo-school</a:t>
            </a:r>
            <a:endParaRPr sz="1000">
              <a:solidFill>
                <a:schemeClr val="lt1"/>
              </a:solidFill>
            </a:endParaRPr>
          </a:p>
        </p:txBody>
      </p:sp>
      <p:sp>
        <p:nvSpPr>
          <p:cNvPr id="1872" name="Google Shape;1872;p5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6"/>
        <p:cNvGrpSpPr/>
        <p:nvPr/>
      </p:nvGrpSpPr>
      <p:grpSpPr>
        <a:xfrm>
          <a:off x="0" y="0"/>
          <a:ext cx="0" cy="0"/>
          <a:chOff x="0" y="0"/>
          <a:chExt cx="0" cy="0"/>
        </a:xfrm>
      </p:grpSpPr>
      <p:sp>
        <p:nvSpPr>
          <p:cNvPr id="1877" name="Google Shape;1877;p53"/>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s-419" sz="1100" b="1">
                <a:solidFill>
                  <a:schemeClr val="lt1"/>
                </a:solidFill>
              </a:rPr>
              <a:t>Aldrich</a:t>
            </a:r>
            <a:endParaRPr sz="1100" b="1">
              <a:solidFill>
                <a:schemeClr val="lt1"/>
              </a:solidFill>
            </a:endParaRPr>
          </a:p>
          <a:p>
            <a:pPr marL="0" lvl="0" indent="0" algn="ctr" rtl="0">
              <a:spcBef>
                <a:spcPts val="0"/>
              </a:spcBef>
              <a:spcAft>
                <a:spcPts val="0"/>
              </a:spcAft>
              <a:buClr>
                <a:schemeClr val="dk1"/>
              </a:buClr>
              <a:buSzPts val="1100"/>
              <a:buFont typeface="Arial"/>
              <a:buNone/>
            </a:pPr>
            <a:r>
              <a:rPr lang="es-419" sz="1100">
                <a:solidFill>
                  <a:schemeClr val="lt1"/>
                </a:solidFill>
              </a:rPr>
              <a:t>(</a:t>
            </a:r>
            <a:r>
              <a:rPr lang="es-419" sz="1100" u="sng">
                <a:solidFill>
                  <a:schemeClr val="lt1"/>
                </a:solidFill>
                <a:hlinkClick r:id="rId3">
                  <a:extLst>
                    <a:ext uri="{A12FA001-AC4F-418D-AE19-62706E023703}">
                      <ahyp:hlinkClr xmlns:ahyp="http://schemas.microsoft.com/office/drawing/2018/hyperlinkcolor" val="tx"/>
                    </a:ext>
                  </a:extLst>
                </a:hlinkClick>
              </a:rPr>
              <a:t>https://fonts.google.com/specimen/Aldrich</a:t>
            </a:r>
            <a:r>
              <a:rPr lang="es-419"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s-419" sz="1100" b="1">
                <a:solidFill>
                  <a:schemeClr val="lt1"/>
                </a:solidFill>
              </a:rPr>
              <a:t>Saira</a:t>
            </a:r>
            <a:endParaRPr sz="1100" b="1">
              <a:solidFill>
                <a:schemeClr val="lt1"/>
              </a:solidFill>
            </a:endParaRPr>
          </a:p>
          <a:p>
            <a:pPr marL="0" lvl="0" indent="0" algn="ctr" rtl="0">
              <a:spcBef>
                <a:spcPts val="0"/>
              </a:spcBef>
              <a:spcAft>
                <a:spcPts val="0"/>
              </a:spcAft>
              <a:buClr>
                <a:schemeClr val="dk1"/>
              </a:buClr>
              <a:buSzPts val="1100"/>
              <a:buFont typeface="Arial"/>
              <a:buNone/>
            </a:pPr>
            <a:r>
              <a:rPr lang="es-419" sz="1100">
                <a:solidFill>
                  <a:schemeClr val="lt1"/>
                </a:solidFill>
              </a:rPr>
              <a:t>(</a:t>
            </a:r>
            <a:r>
              <a:rPr lang="es-419" sz="1100" u="sng">
                <a:solidFill>
                  <a:schemeClr val="lt1"/>
                </a:solidFill>
                <a:hlinkClick r:id="rId4">
                  <a:extLst>
                    <a:ext uri="{A12FA001-AC4F-418D-AE19-62706E023703}">
                      <ahyp:hlinkClr xmlns:ahyp="http://schemas.microsoft.com/office/drawing/2018/hyperlinkcolor" val="tx"/>
                    </a:ext>
                  </a:extLst>
                </a:hlinkClick>
              </a:rPr>
              <a:t>https://fonts.google.com/specimen/Saira</a:t>
            </a:r>
            <a:r>
              <a:rPr lang="es-419" sz="1100">
                <a:solidFill>
                  <a:schemeClr val="lt1"/>
                </a:solidFill>
              </a:rPr>
              <a:t>)</a:t>
            </a:r>
            <a:endParaRPr sz="1100">
              <a:solidFill>
                <a:schemeClr val="lt1"/>
              </a:solidFill>
            </a:endParaRPr>
          </a:p>
        </p:txBody>
      </p:sp>
      <p:sp>
        <p:nvSpPr>
          <p:cNvPr id="1878" name="Google Shape;1878;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solidFill>
                  <a:schemeClr val="lt1"/>
                </a:solidFill>
              </a:rPr>
              <a:t>Fonts &amp; colors used</a:t>
            </a:r>
            <a:endParaRPr/>
          </a:p>
        </p:txBody>
      </p:sp>
      <p:sp>
        <p:nvSpPr>
          <p:cNvPr id="1879" name="Google Shape;1879;p53"/>
          <p:cNvSpPr/>
          <p:nvPr/>
        </p:nvSpPr>
        <p:spPr>
          <a:xfrm>
            <a:off x="3114475" y="27954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3"/>
          <p:cNvSpPr/>
          <p:nvPr/>
        </p:nvSpPr>
        <p:spPr>
          <a:xfrm>
            <a:off x="4176295" y="2795400"/>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3"/>
          <p:cNvSpPr/>
          <p:nvPr/>
        </p:nvSpPr>
        <p:spPr>
          <a:xfrm>
            <a:off x="5238114" y="2795400"/>
            <a:ext cx="791400" cy="754200"/>
          </a:xfrm>
          <a:prstGeom prst="roundRect">
            <a:avLst>
              <a:gd name="adj" fmla="val 16667"/>
            </a:avLst>
          </a:prstGeom>
          <a:solidFill>
            <a:srgbClr val="B7B7B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3"/>
          <p:cNvSpPr txBox="1"/>
          <p:nvPr/>
        </p:nvSpPr>
        <p:spPr>
          <a:xfrm>
            <a:off x="3114475" y="295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#ffffff</a:t>
            </a:r>
            <a:endParaRPr sz="1000">
              <a:solidFill>
                <a:srgbClr val="191919"/>
              </a:solidFill>
            </a:endParaRPr>
          </a:p>
        </p:txBody>
      </p:sp>
      <p:sp>
        <p:nvSpPr>
          <p:cNvPr id="1883" name="Google Shape;1883;p53"/>
          <p:cNvSpPr txBox="1"/>
          <p:nvPr/>
        </p:nvSpPr>
        <p:spPr>
          <a:xfrm>
            <a:off x="4176300" y="295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FFFFFF"/>
                </a:solidFill>
              </a:rPr>
              <a:t>#000000</a:t>
            </a:r>
            <a:endParaRPr sz="1000">
              <a:solidFill>
                <a:srgbClr val="FFFFFF"/>
              </a:solidFill>
            </a:endParaRPr>
          </a:p>
        </p:txBody>
      </p:sp>
      <p:sp>
        <p:nvSpPr>
          <p:cNvPr id="1884" name="Google Shape;1884;p53"/>
          <p:cNvSpPr txBox="1"/>
          <p:nvPr/>
        </p:nvSpPr>
        <p:spPr>
          <a:xfrm>
            <a:off x="5238125" y="295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#b7b7b7</a:t>
            </a:r>
            <a:endParaRPr sz="1000">
              <a:solidFill>
                <a:srgbClr val="191919"/>
              </a:solidFill>
            </a:endParaRPr>
          </a:p>
        </p:txBody>
      </p:sp>
      <p:sp>
        <p:nvSpPr>
          <p:cNvPr id="1885" name="Google Shape;1885;p53"/>
          <p:cNvSpPr/>
          <p:nvPr/>
        </p:nvSpPr>
        <p:spPr>
          <a:xfrm>
            <a:off x="3114475" y="3726500"/>
            <a:ext cx="791400" cy="754200"/>
          </a:xfrm>
          <a:prstGeom prst="roundRect">
            <a:avLst>
              <a:gd name="adj" fmla="val 16667"/>
            </a:avLst>
          </a:prstGeom>
          <a:solidFill>
            <a:srgbClr val="EFEFE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3"/>
          <p:cNvSpPr txBox="1"/>
          <p:nvPr/>
        </p:nvSpPr>
        <p:spPr>
          <a:xfrm>
            <a:off x="3114475" y="38835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#efefef</a:t>
            </a:r>
            <a:endParaRPr sz="1000">
              <a:solidFill>
                <a:srgbClr val="191919"/>
              </a:solidFill>
            </a:endParaRPr>
          </a:p>
        </p:txBody>
      </p:sp>
      <p:sp>
        <p:nvSpPr>
          <p:cNvPr id="1887" name="Google Shape;1887;p53"/>
          <p:cNvSpPr/>
          <p:nvPr/>
        </p:nvSpPr>
        <p:spPr>
          <a:xfrm>
            <a:off x="5238125" y="3726500"/>
            <a:ext cx="791400" cy="754200"/>
          </a:xfrm>
          <a:prstGeom prst="roundRect">
            <a:avLst>
              <a:gd name="adj" fmla="val 16667"/>
            </a:avLst>
          </a:prstGeom>
          <a:solidFill>
            <a:srgbClr val="66666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3"/>
          <p:cNvSpPr txBox="1"/>
          <p:nvPr/>
        </p:nvSpPr>
        <p:spPr>
          <a:xfrm>
            <a:off x="5238125" y="38835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FFFFFF"/>
                </a:solidFill>
              </a:rPr>
              <a:t>#666666</a:t>
            </a:r>
            <a:endParaRPr sz="1000">
              <a:solidFill>
                <a:srgbClr val="FFFFFF"/>
              </a:solidFill>
            </a:endParaRPr>
          </a:p>
        </p:txBody>
      </p:sp>
      <p:sp>
        <p:nvSpPr>
          <p:cNvPr id="1889" name="Google Shape;1889;p53"/>
          <p:cNvSpPr/>
          <p:nvPr/>
        </p:nvSpPr>
        <p:spPr>
          <a:xfrm>
            <a:off x="4176300" y="3726500"/>
            <a:ext cx="791400" cy="754200"/>
          </a:xfrm>
          <a:prstGeom prst="roundRect">
            <a:avLst>
              <a:gd name="adj" fmla="val 16667"/>
            </a:avLst>
          </a:prstGeom>
          <a:solidFill>
            <a:srgbClr val="CCCCC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3"/>
          <p:cNvSpPr txBox="1"/>
          <p:nvPr/>
        </p:nvSpPr>
        <p:spPr>
          <a:xfrm>
            <a:off x="4176300" y="38835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#cccccc</a:t>
            </a:r>
            <a:endParaRPr sz="1000">
              <a:solidFill>
                <a:srgbClr val="191919"/>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4"/>
        <p:cNvGrpSpPr/>
        <p:nvPr/>
      </p:nvGrpSpPr>
      <p:grpSpPr>
        <a:xfrm>
          <a:off x="0" y="0"/>
          <a:ext cx="0" cy="0"/>
          <a:chOff x="0" y="0"/>
          <a:chExt cx="0" cy="0"/>
        </a:xfrm>
      </p:grpSpPr>
      <p:sp>
        <p:nvSpPr>
          <p:cNvPr id="1895" name="Google Shape;1895;p54"/>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s-419"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s-419" sz="1100" b="1">
                <a:solidFill>
                  <a:schemeClr val="hlink"/>
                </a:solidFill>
              </a:rPr>
              <a:t>h</a:t>
            </a:r>
            <a:r>
              <a:rPr lang="es-419" sz="1100" b="1">
                <a:solidFill>
                  <a:schemeClr val="hlink"/>
                </a:solidFill>
                <a:uFill>
                  <a:noFill/>
                </a:uFill>
                <a:hlinkClick r:id="rId3"/>
              </a:rPr>
              <a:t>ow it works</a:t>
            </a:r>
            <a:r>
              <a:rPr lang="es-419"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896" name="Google Shape;1896;p5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a:solidFill>
                  <a:schemeClr val="lt1"/>
                </a:solidFill>
              </a:rPr>
              <a:t>Storyset</a:t>
            </a:r>
            <a:endParaRPr/>
          </a:p>
        </p:txBody>
      </p:sp>
      <p:pic>
        <p:nvPicPr>
          <p:cNvPr id="1897" name="Google Shape;1897;p54"/>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898" name="Google Shape;1898;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899" name="Google Shape;1899;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900" name="Google Shape;1900;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901" name="Google Shape;1901;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902" name="Google Shape;1902;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903" name="Google Shape;1903;p54"/>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904" name="Google Shape;1904;p54"/>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1905" name="Google Shape;1905;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906" name="Google Shape;1906;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10"/>
        <p:cNvGrpSpPr/>
        <p:nvPr/>
      </p:nvGrpSpPr>
      <p:grpSpPr>
        <a:xfrm>
          <a:off x="0" y="0"/>
          <a:ext cx="0" cy="0"/>
          <a:chOff x="0" y="0"/>
          <a:chExt cx="0" cy="0"/>
        </a:xfrm>
      </p:grpSpPr>
      <p:sp>
        <p:nvSpPr>
          <p:cNvPr id="1911" name="Google Shape;1911;p55"/>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sz="1100">
                <a:solidFill>
                  <a:schemeClr val="lt1"/>
                </a:solidFill>
              </a:rPr>
              <a:t>You can easily </a:t>
            </a:r>
            <a:r>
              <a:rPr lang="es-419" sz="1100" b="1">
                <a:solidFill>
                  <a:schemeClr val="hlink"/>
                </a:solidFill>
              </a:rPr>
              <a:t>resize </a:t>
            </a:r>
            <a:r>
              <a:rPr lang="es-419" sz="1100">
                <a:solidFill>
                  <a:schemeClr val="lt1"/>
                </a:solidFill>
              </a:rPr>
              <a:t>these resources without losing quality. To </a:t>
            </a:r>
            <a:r>
              <a:rPr lang="es-419" sz="1100" b="1">
                <a:solidFill>
                  <a:schemeClr val="hlink"/>
                </a:solidFill>
              </a:rPr>
              <a:t>change the color</a:t>
            </a:r>
            <a:r>
              <a:rPr lang="es-419" sz="1100">
                <a:solidFill>
                  <a:schemeClr val="lt1"/>
                </a:solidFill>
              </a:rPr>
              <a:t>, just ungroup the resource and click on the object you want to change. Then, click on the paint bucket and select the color you want. Group the resource again when you’re done. You can also look for more </a:t>
            </a:r>
            <a:r>
              <a:rPr lang="es-419" sz="1100" b="1">
                <a:solidFill>
                  <a:schemeClr val="hlink"/>
                </a:solidFill>
                <a:uFill>
                  <a:noFill/>
                </a:uFill>
                <a:hlinkClick r:id="rId3"/>
              </a:rPr>
              <a:t>infographics</a:t>
            </a:r>
            <a:r>
              <a:rPr lang="es-419" sz="1100" b="1">
                <a:solidFill>
                  <a:schemeClr val="hlink"/>
                </a:solidFill>
              </a:rPr>
              <a:t> </a:t>
            </a:r>
            <a:r>
              <a:rPr lang="es-419" sz="1100">
                <a:solidFill>
                  <a:schemeClr val="lt1"/>
                </a:solidFill>
              </a:rPr>
              <a:t>on Slidesgo.</a:t>
            </a:r>
            <a:endParaRPr sz="1100">
              <a:solidFill>
                <a:srgbClr val="FFFFFF"/>
              </a:solidFill>
            </a:endParaRPr>
          </a:p>
        </p:txBody>
      </p:sp>
      <p:grpSp>
        <p:nvGrpSpPr>
          <p:cNvPr id="1912" name="Google Shape;1912;p55"/>
          <p:cNvGrpSpPr/>
          <p:nvPr/>
        </p:nvGrpSpPr>
        <p:grpSpPr>
          <a:xfrm>
            <a:off x="5117640" y="3085736"/>
            <a:ext cx="474294" cy="551291"/>
            <a:chOff x="4727025" y="1332775"/>
            <a:chExt cx="59900" cy="69625"/>
          </a:xfrm>
        </p:grpSpPr>
        <p:sp>
          <p:nvSpPr>
            <p:cNvPr id="1913" name="Google Shape;191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55"/>
          <p:cNvGrpSpPr/>
          <p:nvPr/>
        </p:nvGrpSpPr>
        <p:grpSpPr>
          <a:xfrm>
            <a:off x="5731296" y="2314340"/>
            <a:ext cx="555653" cy="557031"/>
            <a:chOff x="4820425" y="1329900"/>
            <a:chExt cx="70175" cy="70350"/>
          </a:xfrm>
        </p:grpSpPr>
        <p:sp>
          <p:nvSpPr>
            <p:cNvPr id="1916" name="Google Shape;191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55"/>
          <p:cNvGrpSpPr/>
          <p:nvPr/>
        </p:nvGrpSpPr>
        <p:grpSpPr>
          <a:xfrm>
            <a:off x="6357664" y="2318845"/>
            <a:ext cx="582574" cy="533871"/>
            <a:chOff x="4903200" y="1331525"/>
            <a:chExt cx="73575" cy="67425"/>
          </a:xfrm>
        </p:grpSpPr>
        <p:sp>
          <p:nvSpPr>
            <p:cNvPr id="1921" name="Google Shape;192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55"/>
          <p:cNvGrpSpPr/>
          <p:nvPr/>
        </p:nvGrpSpPr>
        <p:grpSpPr>
          <a:xfrm>
            <a:off x="5717142" y="3078709"/>
            <a:ext cx="583960" cy="565345"/>
            <a:chOff x="4815575" y="1416800"/>
            <a:chExt cx="73750" cy="71400"/>
          </a:xfrm>
        </p:grpSpPr>
        <p:sp>
          <p:nvSpPr>
            <p:cNvPr id="1924" name="Google Shape;192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 name="Google Shape;1927;p55"/>
          <p:cNvGrpSpPr/>
          <p:nvPr/>
        </p:nvGrpSpPr>
        <p:grpSpPr>
          <a:xfrm>
            <a:off x="6351924" y="3108896"/>
            <a:ext cx="589898" cy="504970"/>
            <a:chOff x="4902475" y="1418875"/>
            <a:chExt cx="74500" cy="63775"/>
          </a:xfrm>
        </p:grpSpPr>
        <p:sp>
          <p:nvSpPr>
            <p:cNvPr id="1928" name="Google Shape;192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 name="Google Shape;1930;p55"/>
          <p:cNvGrpSpPr/>
          <p:nvPr/>
        </p:nvGrpSpPr>
        <p:grpSpPr>
          <a:xfrm>
            <a:off x="5727139" y="3826000"/>
            <a:ext cx="563967" cy="567127"/>
            <a:chOff x="4818100" y="1507675"/>
            <a:chExt cx="71225" cy="71625"/>
          </a:xfrm>
        </p:grpSpPr>
        <p:sp>
          <p:nvSpPr>
            <p:cNvPr id="1931" name="Google Shape;193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 name="Google Shape;1935;p55"/>
          <p:cNvGrpSpPr/>
          <p:nvPr/>
        </p:nvGrpSpPr>
        <p:grpSpPr>
          <a:xfrm>
            <a:off x="5040636" y="3829461"/>
            <a:ext cx="628301" cy="588505"/>
            <a:chOff x="4721450" y="1509475"/>
            <a:chExt cx="79350" cy="74325"/>
          </a:xfrm>
        </p:grpSpPr>
        <p:sp>
          <p:nvSpPr>
            <p:cNvPr id="1936" name="Google Shape;193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 name="Google Shape;1940;p55"/>
          <p:cNvGrpSpPr/>
          <p:nvPr/>
        </p:nvGrpSpPr>
        <p:grpSpPr>
          <a:xfrm>
            <a:off x="6386170" y="3814027"/>
            <a:ext cx="557038" cy="562772"/>
            <a:chOff x="4906800" y="1507500"/>
            <a:chExt cx="70350" cy="71075"/>
          </a:xfrm>
        </p:grpSpPr>
        <p:sp>
          <p:nvSpPr>
            <p:cNvPr id="1941" name="Google Shape;194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 name="Google Shape;1946;p55"/>
          <p:cNvGrpSpPr/>
          <p:nvPr/>
        </p:nvGrpSpPr>
        <p:grpSpPr>
          <a:xfrm>
            <a:off x="4423778" y="2340963"/>
            <a:ext cx="517934" cy="517934"/>
            <a:chOff x="3736598" y="2170606"/>
            <a:chExt cx="404889" cy="404889"/>
          </a:xfrm>
        </p:grpSpPr>
        <p:sp>
          <p:nvSpPr>
            <p:cNvPr id="1947" name="Google Shape;194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 name="Google Shape;1951;p55"/>
          <p:cNvGrpSpPr/>
          <p:nvPr/>
        </p:nvGrpSpPr>
        <p:grpSpPr>
          <a:xfrm>
            <a:off x="3690839" y="2341061"/>
            <a:ext cx="586986" cy="517740"/>
            <a:chOff x="3161917" y="2170682"/>
            <a:chExt cx="458870" cy="404737"/>
          </a:xfrm>
        </p:grpSpPr>
        <p:sp>
          <p:nvSpPr>
            <p:cNvPr id="1952" name="Google Shape;195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55"/>
          <p:cNvGrpSpPr/>
          <p:nvPr/>
        </p:nvGrpSpPr>
        <p:grpSpPr>
          <a:xfrm>
            <a:off x="3713860" y="3102400"/>
            <a:ext cx="540943" cy="517963"/>
            <a:chOff x="3179914" y="2889488"/>
            <a:chExt cx="422876" cy="404911"/>
          </a:xfrm>
        </p:grpSpPr>
        <p:sp>
          <p:nvSpPr>
            <p:cNvPr id="1956" name="Google Shape;195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 name="Google Shape;1962;p55"/>
          <p:cNvGrpSpPr/>
          <p:nvPr/>
        </p:nvGrpSpPr>
        <p:grpSpPr>
          <a:xfrm>
            <a:off x="4414654" y="3102358"/>
            <a:ext cx="536180" cy="518047"/>
            <a:chOff x="3729467" y="2889422"/>
            <a:chExt cx="419153" cy="404977"/>
          </a:xfrm>
        </p:grpSpPr>
        <p:sp>
          <p:nvSpPr>
            <p:cNvPr id="1963" name="Google Shape;196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55"/>
          <p:cNvGrpSpPr/>
          <p:nvPr/>
        </p:nvGrpSpPr>
        <p:grpSpPr>
          <a:xfrm>
            <a:off x="1951688" y="3445787"/>
            <a:ext cx="965351" cy="134611"/>
            <a:chOff x="4411970" y="2962952"/>
            <a:chExt cx="706544" cy="104212"/>
          </a:xfrm>
        </p:grpSpPr>
        <p:sp>
          <p:nvSpPr>
            <p:cNvPr id="1971" name="Google Shape;197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 name="Google Shape;1975;p55"/>
          <p:cNvGrpSpPr/>
          <p:nvPr/>
        </p:nvGrpSpPr>
        <p:grpSpPr>
          <a:xfrm>
            <a:off x="1951688" y="3041077"/>
            <a:ext cx="960158" cy="289172"/>
            <a:chOff x="4411970" y="2726085"/>
            <a:chExt cx="643107" cy="193659"/>
          </a:xfrm>
        </p:grpSpPr>
        <p:sp>
          <p:nvSpPr>
            <p:cNvPr id="1976" name="Google Shape;197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 name="Google Shape;1979;p55"/>
          <p:cNvGrpSpPr/>
          <p:nvPr/>
        </p:nvGrpSpPr>
        <p:grpSpPr>
          <a:xfrm>
            <a:off x="960185" y="3295400"/>
            <a:ext cx="811503" cy="252584"/>
            <a:chOff x="4411970" y="4340222"/>
            <a:chExt cx="779467" cy="242683"/>
          </a:xfrm>
        </p:grpSpPr>
        <p:sp>
          <p:nvSpPr>
            <p:cNvPr id="1980" name="Google Shape;198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55"/>
          <p:cNvGrpSpPr/>
          <p:nvPr/>
        </p:nvGrpSpPr>
        <p:grpSpPr>
          <a:xfrm>
            <a:off x="1951688" y="2709308"/>
            <a:ext cx="965160" cy="216230"/>
            <a:chOff x="4411970" y="2468674"/>
            <a:chExt cx="747317" cy="167425"/>
          </a:xfrm>
        </p:grpSpPr>
        <p:sp>
          <p:nvSpPr>
            <p:cNvPr id="1984" name="Google Shape;198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6" name="Google Shape;198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7" name="Google Shape;1987;p55"/>
          <p:cNvGrpSpPr/>
          <p:nvPr/>
        </p:nvGrpSpPr>
        <p:grpSpPr>
          <a:xfrm>
            <a:off x="959254" y="2334687"/>
            <a:ext cx="1959041" cy="208784"/>
            <a:chOff x="6336019" y="3733725"/>
            <a:chExt cx="2566206" cy="351310"/>
          </a:xfrm>
        </p:grpSpPr>
        <p:sp>
          <p:nvSpPr>
            <p:cNvPr id="1988" name="Google Shape;198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 name="Google Shape;1992;p55"/>
          <p:cNvGrpSpPr/>
          <p:nvPr/>
        </p:nvGrpSpPr>
        <p:grpSpPr>
          <a:xfrm>
            <a:off x="1951688" y="3950602"/>
            <a:ext cx="946551" cy="153200"/>
            <a:chOff x="4404545" y="3301592"/>
            <a:chExt cx="782403" cy="129272"/>
          </a:xfrm>
        </p:grpSpPr>
        <p:sp>
          <p:nvSpPr>
            <p:cNvPr id="1993" name="Google Shape;199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55"/>
          <p:cNvGrpSpPr/>
          <p:nvPr/>
        </p:nvGrpSpPr>
        <p:grpSpPr>
          <a:xfrm>
            <a:off x="1951688" y="3695937"/>
            <a:ext cx="962257" cy="139127"/>
            <a:chOff x="4411970" y="3131459"/>
            <a:chExt cx="710520" cy="117397"/>
          </a:xfrm>
        </p:grpSpPr>
        <p:sp>
          <p:nvSpPr>
            <p:cNvPr id="1996" name="Google Shape;199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8" name="Google Shape;199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9" name="Google Shape;1999;p55"/>
          <p:cNvGrpSpPr/>
          <p:nvPr/>
        </p:nvGrpSpPr>
        <p:grpSpPr>
          <a:xfrm>
            <a:off x="951833" y="3621603"/>
            <a:ext cx="823838" cy="458988"/>
            <a:chOff x="4411970" y="1801825"/>
            <a:chExt cx="734586" cy="409262"/>
          </a:xfrm>
        </p:grpSpPr>
        <p:sp>
          <p:nvSpPr>
            <p:cNvPr id="2000" name="Google Shape;200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 name="Google Shape;2002;p55"/>
          <p:cNvGrpSpPr/>
          <p:nvPr/>
        </p:nvGrpSpPr>
        <p:grpSpPr>
          <a:xfrm>
            <a:off x="3056804" y="2339173"/>
            <a:ext cx="521514" cy="521514"/>
            <a:chOff x="5681300" y="2527788"/>
            <a:chExt cx="805800" cy="805800"/>
          </a:xfrm>
        </p:grpSpPr>
        <p:sp>
          <p:nvSpPr>
            <p:cNvPr id="2003" name="Google Shape;200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 name="Google Shape;2005;p55"/>
          <p:cNvGrpSpPr/>
          <p:nvPr/>
        </p:nvGrpSpPr>
        <p:grpSpPr>
          <a:xfrm>
            <a:off x="3051044" y="3094865"/>
            <a:ext cx="533033" cy="533033"/>
            <a:chOff x="4049800" y="640400"/>
            <a:chExt cx="858900" cy="858900"/>
          </a:xfrm>
        </p:grpSpPr>
        <p:sp>
          <p:nvSpPr>
            <p:cNvPr id="2006" name="Google Shape;200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 name="Google Shape;2008;p55"/>
          <p:cNvGrpSpPr/>
          <p:nvPr/>
        </p:nvGrpSpPr>
        <p:grpSpPr>
          <a:xfrm>
            <a:off x="2976527" y="3772543"/>
            <a:ext cx="682068" cy="682068"/>
            <a:chOff x="5080188" y="927900"/>
            <a:chExt cx="961200" cy="961200"/>
          </a:xfrm>
        </p:grpSpPr>
        <p:sp>
          <p:nvSpPr>
            <p:cNvPr id="2009" name="Google Shape;200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55"/>
          <p:cNvGrpSpPr/>
          <p:nvPr/>
        </p:nvGrpSpPr>
        <p:grpSpPr>
          <a:xfrm>
            <a:off x="4440026" y="3869234"/>
            <a:ext cx="505650" cy="504006"/>
            <a:chOff x="6039282" y="1042577"/>
            <a:chExt cx="734315" cy="731929"/>
          </a:xfrm>
        </p:grpSpPr>
        <p:sp>
          <p:nvSpPr>
            <p:cNvPr id="2018" name="Google Shape;201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 name="Google Shape;2039;p55"/>
          <p:cNvGrpSpPr/>
          <p:nvPr/>
        </p:nvGrpSpPr>
        <p:grpSpPr>
          <a:xfrm>
            <a:off x="5052628" y="2298862"/>
            <a:ext cx="567744" cy="602136"/>
            <a:chOff x="1825800" y="1651625"/>
            <a:chExt cx="539989" cy="571775"/>
          </a:xfrm>
        </p:grpSpPr>
        <p:sp>
          <p:nvSpPr>
            <p:cNvPr id="2040" name="Google Shape;204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4" name="Google Shape;2044;p55"/>
          <p:cNvGrpSpPr/>
          <p:nvPr/>
        </p:nvGrpSpPr>
        <p:grpSpPr>
          <a:xfrm>
            <a:off x="3727557" y="3855579"/>
            <a:ext cx="508123" cy="507955"/>
            <a:chOff x="1897577" y="2802432"/>
            <a:chExt cx="492176" cy="492014"/>
          </a:xfrm>
        </p:grpSpPr>
        <p:sp>
          <p:nvSpPr>
            <p:cNvPr id="2045" name="Google Shape;204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 name="Google Shape;2057;p55"/>
          <p:cNvGrpSpPr/>
          <p:nvPr/>
        </p:nvGrpSpPr>
        <p:grpSpPr>
          <a:xfrm>
            <a:off x="959087" y="4169123"/>
            <a:ext cx="809227" cy="200842"/>
            <a:chOff x="2013045" y="4813233"/>
            <a:chExt cx="921986" cy="228854"/>
          </a:xfrm>
        </p:grpSpPr>
        <p:sp>
          <p:nvSpPr>
            <p:cNvPr id="2058" name="Google Shape;205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 name="Google Shape;2060;p55"/>
          <p:cNvGrpSpPr/>
          <p:nvPr/>
        </p:nvGrpSpPr>
        <p:grpSpPr>
          <a:xfrm>
            <a:off x="967547" y="2656004"/>
            <a:ext cx="792421" cy="269941"/>
            <a:chOff x="1046767" y="4756633"/>
            <a:chExt cx="859646" cy="292841"/>
          </a:xfrm>
        </p:grpSpPr>
        <p:sp>
          <p:nvSpPr>
            <p:cNvPr id="2061" name="Google Shape;206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4" name="Google Shape;206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8" name="Google Shape;2068;p55"/>
          <p:cNvGrpSpPr/>
          <p:nvPr/>
        </p:nvGrpSpPr>
        <p:grpSpPr>
          <a:xfrm>
            <a:off x="7103403" y="2550562"/>
            <a:ext cx="166473" cy="141497"/>
            <a:chOff x="4660325" y="1866850"/>
            <a:chExt cx="68350" cy="58100"/>
          </a:xfrm>
        </p:grpSpPr>
        <p:sp>
          <p:nvSpPr>
            <p:cNvPr id="2069" name="Google Shape;206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 name="Google Shape;2071;p55"/>
          <p:cNvGrpSpPr/>
          <p:nvPr/>
        </p:nvGrpSpPr>
        <p:grpSpPr>
          <a:xfrm>
            <a:off x="7412747" y="2576286"/>
            <a:ext cx="162515" cy="90049"/>
            <a:chOff x="4791775" y="1877500"/>
            <a:chExt cx="66725" cy="36975"/>
          </a:xfrm>
        </p:grpSpPr>
        <p:sp>
          <p:nvSpPr>
            <p:cNvPr id="2072" name="Google Shape;207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 name="Google Shape;2074;p55"/>
          <p:cNvGrpSpPr/>
          <p:nvPr/>
        </p:nvGrpSpPr>
        <p:grpSpPr>
          <a:xfrm>
            <a:off x="7734460" y="2576286"/>
            <a:ext cx="144979" cy="90049"/>
            <a:chOff x="4923925" y="1877500"/>
            <a:chExt cx="59525" cy="36975"/>
          </a:xfrm>
        </p:grpSpPr>
        <p:sp>
          <p:nvSpPr>
            <p:cNvPr id="2075" name="Google Shape;207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 name="Google Shape;2077;p55"/>
          <p:cNvGrpSpPr/>
          <p:nvPr/>
        </p:nvGrpSpPr>
        <p:grpSpPr>
          <a:xfrm>
            <a:off x="8028952" y="2558477"/>
            <a:ext cx="141447" cy="125667"/>
            <a:chOff x="5058450" y="1870100"/>
            <a:chExt cx="58075" cy="51600"/>
          </a:xfrm>
        </p:grpSpPr>
        <p:sp>
          <p:nvSpPr>
            <p:cNvPr id="2078" name="Google Shape;207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55"/>
          <p:cNvGrpSpPr/>
          <p:nvPr/>
        </p:nvGrpSpPr>
        <p:grpSpPr>
          <a:xfrm>
            <a:off x="7443466" y="2980885"/>
            <a:ext cx="101077" cy="107645"/>
            <a:chOff x="4811425" y="2065025"/>
            <a:chExt cx="41500" cy="44200"/>
          </a:xfrm>
        </p:grpSpPr>
        <p:sp>
          <p:nvSpPr>
            <p:cNvPr id="2081" name="Google Shape;208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 name="Google Shape;2083;p55"/>
          <p:cNvGrpSpPr/>
          <p:nvPr/>
        </p:nvGrpSpPr>
        <p:grpSpPr>
          <a:xfrm>
            <a:off x="7735904" y="2981098"/>
            <a:ext cx="120867" cy="107218"/>
            <a:chOff x="4929875" y="2065025"/>
            <a:chExt cx="49625" cy="44025"/>
          </a:xfrm>
        </p:grpSpPr>
        <p:sp>
          <p:nvSpPr>
            <p:cNvPr id="2084" name="Google Shape;208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 name="Google Shape;2086;p55"/>
          <p:cNvGrpSpPr/>
          <p:nvPr/>
        </p:nvGrpSpPr>
        <p:grpSpPr>
          <a:xfrm>
            <a:off x="8064572" y="2984112"/>
            <a:ext cx="70206" cy="101191"/>
            <a:chOff x="5083925" y="2066350"/>
            <a:chExt cx="28825" cy="41550"/>
          </a:xfrm>
        </p:grpSpPr>
        <p:sp>
          <p:nvSpPr>
            <p:cNvPr id="2087" name="Google Shape;208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 name="Google Shape;2089;p55"/>
          <p:cNvGrpSpPr/>
          <p:nvPr/>
        </p:nvGrpSpPr>
        <p:grpSpPr>
          <a:xfrm>
            <a:off x="7096126" y="2999759"/>
            <a:ext cx="181026" cy="69896"/>
            <a:chOff x="4659775" y="2072775"/>
            <a:chExt cx="74325" cy="28700"/>
          </a:xfrm>
        </p:grpSpPr>
        <p:sp>
          <p:nvSpPr>
            <p:cNvPr id="2090" name="Google Shape;209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 name="Google Shape;2093;p55"/>
          <p:cNvGrpSpPr/>
          <p:nvPr/>
        </p:nvGrpSpPr>
        <p:grpSpPr>
          <a:xfrm>
            <a:off x="8015982" y="2790324"/>
            <a:ext cx="167387" cy="89197"/>
            <a:chOff x="4662475" y="1976500"/>
            <a:chExt cx="68725" cy="36625"/>
          </a:xfrm>
        </p:grpSpPr>
        <p:sp>
          <p:nvSpPr>
            <p:cNvPr id="2094" name="Google Shape;209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 name="Google Shape;2097;p55"/>
          <p:cNvGrpSpPr/>
          <p:nvPr/>
        </p:nvGrpSpPr>
        <p:grpSpPr>
          <a:xfrm>
            <a:off x="7712887" y="2793764"/>
            <a:ext cx="166899" cy="82317"/>
            <a:chOff x="4920150" y="1977875"/>
            <a:chExt cx="68525" cy="33800"/>
          </a:xfrm>
        </p:grpSpPr>
        <p:sp>
          <p:nvSpPr>
            <p:cNvPr id="2098" name="Google Shape;209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 name="Google Shape;2101;p55"/>
          <p:cNvGrpSpPr/>
          <p:nvPr/>
        </p:nvGrpSpPr>
        <p:grpSpPr>
          <a:xfrm>
            <a:off x="7124044" y="3197682"/>
            <a:ext cx="125190" cy="127859"/>
            <a:chOff x="4676550" y="2160575"/>
            <a:chExt cx="51400" cy="52500"/>
          </a:xfrm>
        </p:grpSpPr>
        <p:sp>
          <p:nvSpPr>
            <p:cNvPr id="2102" name="Google Shape;210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 name="Google Shape;2105;p55"/>
          <p:cNvGrpSpPr/>
          <p:nvPr/>
        </p:nvGrpSpPr>
        <p:grpSpPr>
          <a:xfrm>
            <a:off x="7421302" y="3204714"/>
            <a:ext cx="145405" cy="113794"/>
            <a:chOff x="4768325" y="2163475"/>
            <a:chExt cx="59700" cy="46725"/>
          </a:xfrm>
        </p:grpSpPr>
        <p:sp>
          <p:nvSpPr>
            <p:cNvPr id="2106" name="Google Shape;210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8" name="Google Shape;210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4" name="Google Shape;2114;p55"/>
          <p:cNvGrpSpPr/>
          <p:nvPr/>
        </p:nvGrpSpPr>
        <p:grpSpPr>
          <a:xfrm>
            <a:off x="7437621" y="3459808"/>
            <a:ext cx="112768" cy="106853"/>
            <a:chOff x="4768575" y="2253950"/>
            <a:chExt cx="46300" cy="43875"/>
          </a:xfrm>
        </p:grpSpPr>
        <p:sp>
          <p:nvSpPr>
            <p:cNvPr id="2115" name="Google Shape;211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55"/>
          <p:cNvGrpSpPr/>
          <p:nvPr/>
        </p:nvGrpSpPr>
        <p:grpSpPr>
          <a:xfrm>
            <a:off x="7737243" y="3948834"/>
            <a:ext cx="118187" cy="146246"/>
            <a:chOff x="4960900" y="2433225"/>
            <a:chExt cx="48525" cy="60050"/>
          </a:xfrm>
        </p:grpSpPr>
        <p:sp>
          <p:nvSpPr>
            <p:cNvPr id="2118" name="Google Shape;211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55"/>
          <p:cNvGrpSpPr/>
          <p:nvPr/>
        </p:nvGrpSpPr>
        <p:grpSpPr>
          <a:xfrm>
            <a:off x="7425808" y="4212895"/>
            <a:ext cx="136394" cy="143810"/>
            <a:chOff x="4854075" y="2527625"/>
            <a:chExt cx="56000" cy="59050"/>
          </a:xfrm>
        </p:grpSpPr>
        <p:sp>
          <p:nvSpPr>
            <p:cNvPr id="2121" name="Google Shape;212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3" name="Google Shape;212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6" name="Google Shape;2126;p55"/>
          <p:cNvGrpSpPr/>
          <p:nvPr/>
        </p:nvGrpSpPr>
        <p:grpSpPr>
          <a:xfrm>
            <a:off x="8050020" y="3676639"/>
            <a:ext cx="99312" cy="160797"/>
            <a:chOff x="5059700" y="2334775"/>
            <a:chExt cx="40775" cy="66025"/>
          </a:xfrm>
        </p:grpSpPr>
        <p:sp>
          <p:nvSpPr>
            <p:cNvPr id="2127" name="Google Shape;212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6" name="Google Shape;2136;p55"/>
          <p:cNvGrpSpPr/>
          <p:nvPr/>
        </p:nvGrpSpPr>
        <p:grpSpPr>
          <a:xfrm>
            <a:off x="8007184" y="3941771"/>
            <a:ext cx="184984" cy="160371"/>
            <a:chOff x="5037700" y="2430325"/>
            <a:chExt cx="75950" cy="65850"/>
          </a:xfrm>
        </p:grpSpPr>
        <p:sp>
          <p:nvSpPr>
            <p:cNvPr id="2137" name="Google Shape;213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 name="Google Shape;2139;p55"/>
          <p:cNvGrpSpPr/>
          <p:nvPr/>
        </p:nvGrpSpPr>
        <p:grpSpPr>
          <a:xfrm>
            <a:off x="7426689" y="3708223"/>
            <a:ext cx="173014" cy="97629"/>
            <a:chOff x="4756975" y="2341800"/>
            <a:chExt cx="91975" cy="51925"/>
          </a:xfrm>
        </p:grpSpPr>
        <p:sp>
          <p:nvSpPr>
            <p:cNvPr id="2140" name="Google Shape;214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 name="Google Shape;2160;p55"/>
          <p:cNvGrpSpPr/>
          <p:nvPr/>
        </p:nvGrpSpPr>
        <p:grpSpPr>
          <a:xfrm>
            <a:off x="7693626" y="4196920"/>
            <a:ext cx="212497" cy="175761"/>
            <a:chOff x="4943575" y="2516350"/>
            <a:chExt cx="98675" cy="81700"/>
          </a:xfrm>
        </p:grpSpPr>
        <p:sp>
          <p:nvSpPr>
            <p:cNvPr id="2161" name="Google Shape;216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9" name="Google Shape;223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247"/>
        <p:cNvGrpSpPr/>
        <p:nvPr/>
      </p:nvGrpSpPr>
      <p:grpSpPr>
        <a:xfrm>
          <a:off x="0" y="0"/>
          <a:ext cx="0" cy="0"/>
          <a:chOff x="0" y="0"/>
          <a:chExt cx="0" cy="0"/>
        </a:xfrm>
      </p:grpSpPr>
      <p:grpSp>
        <p:nvGrpSpPr>
          <p:cNvPr id="2248" name="Google Shape;2248;p56"/>
          <p:cNvGrpSpPr/>
          <p:nvPr/>
        </p:nvGrpSpPr>
        <p:grpSpPr>
          <a:xfrm>
            <a:off x="6681268" y="3584496"/>
            <a:ext cx="560636" cy="516497"/>
            <a:chOff x="6652051" y="3714143"/>
            <a:chExt cx="560636" cy="516497"/>
          </a:xfrm>
        </p:grpSpPr>
        <p:grpSp>
          <p:nvGrpSpPr>
            <p:cNvPr id="2249" name="Google Shape;2249;p56"/>
            <p:cNvGrpSpPr/>
            <p:nvPr/>
          </p:nvGrpSpPr>
          <p:grpSpPr>
            <a:xfrm>
              <a:off x="6669657" y="3716715"/>
              <a:ext cx="466768" cy="464314"/>
              <a:chOff x="3139766" y="765669"/>
              <a:chExt cx="886380" cy="881888"/>
            </a:xfrm>
          </p:grpSpPr>
          <p:grpSp>
            <p:nvGrpSpPr>
              <p:cNvPr id="2250" name="Google Shape;2250;p56"/>
              <p:cNvGrpSpPr/>
              <p:nvPr/>
            </p:nvGrpSpPr>
            <p:grpSpPr>
              <a:xfrm>
                <a:off x="3139766" y="765669"/>
                <a:ext cx="886380" cy="881888"/>
                <a:chOff x="3139766" y="765669"/>
                <a:chExt cx="886380" cy="881888"/>
              </a:xfrm>
            </p:grpSpPr>
            <p:sp>
              <p:nvSpPr>
                <p:cNvPr id="2251" name="Google Shape;2251;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0" name="Google Shape;2260;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4" name="Google Shape;2264;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 name="Google Shape;2265;p56"/>
          <p:cNvGrpSpPr/>
          <p:nvPr/>
        </p:nvGrpSpPr>
        <p:grpSpPr>
          <a:xfrm>
            <a:off x="7679978" y="3065079"/>
            <a:ext cx="104231" cy="320340"/>
            <a:chOff x="7564426" y="3224343"/>
            <a:chExt cx="119985" cy="368801"/>
          </a:xfrm>
        </p:grpSpPr>
        <p:sp>
          <p:nvSpPr>
            <p:cNvPr id="2266" name="Google Shape;2266;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8" name="Google Shape;2268;p56"/>
          <p:cNvGrpSpPr/>
          <p:nvPr/>
        </p:nvGrpSpPr>
        <p:grpSpPr>
          <a:xfrm>
            <a:off x="7379466" y="3059180"/>
            <a:ext cx="189489" cy="332132"/>
            <a:chOff x="8370831" y="3202002"/>
            <a:chExt cx="218129" cy="382376"/>
          </a:xfrm>
        </p:grpSpPr>
        <p:sp>
          <p:nvSpPr>
            <p:cNvPr id="2269" name="Google Shape;2269;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56"/>
          <p:cNvGrpSpPr/>
          <p:nvPr/>
        </p:nvGrpSpPr>
        <p:grpSpPr>
          <a:xfrm>
            <a:off x="8102855" y="3470312"/>
            <a:ext cx="309429" cy="267000"/>
            <a:chOff x="6742064" y="3750480"/>
            <a:chExt cx="399315" cy="344560"/>
          </a:xfrm>
        </p:grpSpPr>
        <p:sp>
          <p:nvSpPr>
            <p:cNvPr id="2272" name="Google Shape;2272;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4" name="Google Shape;2274;p56"/>
          <p:cNvGrpSpPr/>
          <p:nvPr/>
        </p:nvGrpSpPr>
        <p:grpSpPr>
          <a:xfrm>
            <a:off x="7641874" y="3821360"/>
            <a:ext cx="180437" cy="281608"/>
            <a:chOff x="7248525" y="3739696"/>
            <a:chExt cx="230531" cy="359790"/>
          </a:xfrm>
        </p:grpSpPr>
        <p:sp>
          <p:nvSpPr>
            <p:cNvPr id="2275" name="Google Shape;2275;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 name="Google Shape;2277;p56"/>
          <p:cNvGrpSpPr/>
          <p:nvPr/>
        </p:nvGrpSpPr>
        <p:grpSpPr>
          <a:xfrm>
            <a:off x="7887794" y="3464584"/>
            <a:ext cx="162896" cy="278710"/>
            <a:chOff x="7601242" y="3729267"/>
            <a:chExt cx="222566" cy="380803"/>
          </a:xfrm>
        </p:grpSpPr>
        <p:sp>
          <p:nvSpPr>
            <p:cNvPr id="2278" name="Google Shape;2278;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0" name="Google Shape;2280;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1" name="Google Shape;2281;p56"/>
          <p:cNvGrpSpPr/>
          <p:nvPr/>
        </p:nvGrpSpPr>
        <p:grpSpPr>
          <a:xfrm>
            <a:off x="7377439" y="3465724"/>
            <a:ext cx="193543" cy="275990"/>
            <a:chOff x="8304647" y="3738687"/>
            <a:chExt cx="225076" cy="320956"/>
          </a:xfrm>
        </p:grpSpPr>
        <p:sp>
          <p:nvSpPr>
            <p:cNvPr id="2282" name="Google Shape;2282;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 name="Google Shape;2285;p56"/>
          <p:cNvGrpSpPr/>
          <p:nvPr/>
        </p:nvGrpSpPr>
        <p:grpSpPr>
          <a:xfrm>
            <a:off x="7649932" y="3465724"/>
            <a:ext cx="178492" cy="275990"/>
            <a:chOff x="8615101" y="3738687"/>
            <a:chExt cx="207573" cy="320956"/>
          </a:xfrm>
        </p:grpSpPr>
        <p:sp>
          <p:nvSpPr>
            <p:cNvPr id="2286" name="Google Shape;2286;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9" name="Google Shape;2289;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0" name="Google Shape;2290;p56"/>
          <p:cNvGrpSpPr/>
          <p:nvPr/>
        </p:nvGrpSpPr>
        <p:grpSpPr>
          <a:xfrm>
            <a:off x="7875463" y="3868385"/>
            <a:ext cx="187557" cy="187557"/>
            <a:chOff x="8565775" y="671075"/>
            <a:chExt cx="441000" cy="441000"/>
          </a:xfrm>
        </p:grpSpPr>
        <p:sp>
          <p:nvSpPr>
            <p:cNvPr id="2291" name="Google Shape;2291;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3" name="Google Shape;2293;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5" name="Google Shape;2295;p56"/>
          <p:cNvGrpSpPr/>
          <p:nvPr/>
        </p:nvGrpSpPr>
        <p:grpSpPr>
          <a:xfrm>
            <a:off x="6029935" y="2940910"/>
            <a:ext cx="587865" cy="517731"/>
            <a:chOff x="6000718" y="3070557"/>
            <a:chExt cx="587865" cy="517731"/>
          </a:xfrm>
        </p:grpSpPr>
        <p:sp>
          <p:nvSpPr>
            <p:cNvPr id="2296" name="Google Shape;2296;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 name="Google Shape;2306;p56"/>
          <p:cNvGrpSpPr/>
          <p:nvPr/>
        </p:nvGrpSpPr>
        <p:grpSpPr>
          <a:xfrm>
            <a:off x="6044740" y="3584570"/>
            <a:ext cx="557665" cy="516387"/>
            <a:chOff x="6015523" y="3714217"/>
            <a:chExt cx="557665" cy="516387"/>
          </a:xfrm>
        </p:grpSpPr>
        <p:grpSp>
          <p:nvGrpSpPr>
            <p:cNvPr id="2307" name="Google Shape;2307;p56"/>
            <p:cNvGrpSpPr/>
            <p:nvPr/>
          </p:nvGrpSpPr>
          <p:grpSpPr>
            <a:xfrm>
              <a:off x="6036094" y="3716980"/>
              <a:ext cx="529822" cy="510480"/>
              <a:chOff x="3148311" y="-545634"/>
              <a:chExt cx="1006118" cy="969572"/>
            </a:xfrm>
          </p:grpSpPr>
          <p:sp>
            <p:nvSpPr>
              <p:cNvPr id="2308" name="Google Shape;2308;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8" name="Google Shape;2318;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9" name="Google Shape;2319;p56"/>
          <p:cNvGrpSpPr/>
          <p:nvPr/>
        </p:nvGrpSpPr>
        <p:grpSpPr>
          <a:xfrm>
            <a:off x="6673522" y="2943981"/>
            <a:ext cx="576302" cy="511871"/>
            <a:chOff x="6644304" y="3073628"/>
            <a:chExt cx="576302" cy="511871"/>
          </a:xfrm>
        </p:grpSpPr>
        <p:grpSp>
          <p:nvGrpSpPr>
            <p:cNvPr id="2320" name="Google Shape;2320;p56"/>
            <p:cNvGrpSpPr/>
            <p:nvPr/>
          </p:nvGrpSpPr>
          <p:grpSpPr>
            <a:xfrm>
              <a:off x="6712169" y="3073651"/>
              <a:ext cx="481611" cy="506713"/>
              <a:chOff x="1833536" y="-546641"/>
              <a:chExt cx="914567" cy="962419"/>
            </a:xfrm>
          </p:grpSpPr>
          <p:grpSp>
            <p:nvGrpSpPr>
              <p:cNvPr id="2321" name="Google Shape;2321;p56"/>
              <p:cNvGrpSpPr/>
              <p:nvPr/>
            </p:nvGrpSpPr>
            <p:grpSpPr>
              <a:xfrm>
                <a:off x="1833536" y="-524249"/>
                <a:ext cx="914567" cy="940027"/>
                <a:chOff x="1833536" y="-524249"/>
                <a:chExt cx="914567" cy="940027"/>
              </a:xfrm>
            </p:grpSpPr>
            <p:sp>
              <p:nvSpPr>
                <p:cNvPr id="2322" name="Google Shape;2322;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7" name="Google Shape;2327;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1" name="Google Shape;2331;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56"/>
          <p:cNvGrpSpPr/>
          <p:nvPr/>
        </p:nvGrpSpPr>
        <p:grpSpPr>
          <a:xfrm>
            <a:off x="752796" y="2869970"/>
            <a:ext cx="2622876" cy="1333540"/>
            <a:chOff x="238125" y="1038125"/>
            <a:chExt cx="7146800" cy="3633625"/>
          </a:xfrm>
        </p:grpSpPr>
        <p:sp>
          <p:nvSpPr>
            <p:cNvPr id="2333" name="Google Shape;2333;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5" name="Google Shape;3905;p56"/>
          <p:cNvGrpSpPr/>
          <p:nvPr/>
        </p:nvGrpSpPr>
        <p:grpSpPr>
          <a:xfrm>
            <a:off x="5938558" y="1033351"/>
            <a:ext cx="2435960" cy="1297725"/>
            <a:chOff x="233350" y="949250"/>
            <a:chExt cx="7137300" cy="3802300"/>
          </a:xfrm>
        </p:grpSpPr>
        <p:sp>
          <p:nvSpPr>
            <p:cNvPr id="3906" name="Google Shape;390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7" name="Google Shape;3957;p56"/>
          <p:cNvGrpSpPr/>
          <p:nvPr/>
        </p:nvGrpSpPr>
        <p:grpSpPr>
          <a:xfrm>
            <a:off x="731715" y="995041"/>
            <a:ext cx="2665073" cy="1317140"/>
            <a:chOff x="793334" y="1192826"/>
            <a:chExt cx="2665073" cy="1317140"/>
          </a:xfrm>
        </p:grpSpPr>
        <p:sp>
          <p:nvSpPr>
            <p:cNvPr id="3958" name="Google Shape;395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56"/>
          <p:cNvGrpSpPr/>
          <p:nvPr/>
        </p:nvGrpSpPr>
        <p:grpSpPr>
          <a:xfrm>
            <a:off x="3450485" y="919691"/>
            <a:ext cx="2310381" cy="1488888"/>
            <a:chOff x="229225" y="549050"/>
            <a:chExt cx="7161750" cy="4615275"/>
          </a:xfrm>
        </p:grpSpPr>
        <p:sp>
          <p:nvSpPr>
            <p:cNvPr id="7926" name="Google Shape;792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56"/>
          <p:cNvGrpSpPr/>
          <p:nvPr/>
        </p:nvGrpSpPr>
        <p:grpSpPr>
          <a:xfrm>
            <a:off x="3548403" y="2849588"/>
            <a:ext cx="2310282" cy="1374222"/>
            <a:chOff x="238125" y="732525"/>
            <a:chExt cx="7130500" cy="4241425"/>
          </a:xfrm>
        </p:grpSpPr>
        <p:sp>
          <p:nvSpPr>
            <p:cNvPr id="8044" name="Google Shape;804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61"/>
        <p:cNvGrpSpPr/>
        <p:nvPr/>
      </p:nvGrpSpPr>
      <p:grpSpPr>
        <a:xfrm>
          <a:off x="0" y="0"/>
          <a:ext cx="0" cy="0"/>
          <a:chOff x="0" y="0"/>
          <a:chExt cx="0" cy="0"/>
        </a:xfrm>
      </p:grpSpPr>
      <p:grpSp>
        <p:nvGrpSpPr>
          <p:cNvPr id="8162" name="Google Shape;8162;p57"/>
          <p:cNvGrpSpPr/>
          <p:nvPr/>
        </p:nvGrpSpPr>
        <p:grpSpPr>
          <a:xfrm>
            <a:off x="2100560" y="3398663"/>
            <a:ext cx="1102891" cy="760337"/>
            <a:chOff x="4967783" y="2151471"/>
            <a:chExt cx="3920692" cy="2702940"/>
          </a:xfrm>
        </p:grpSpPr>
        <p:grpSp>
          <p:nvGrpSpPr>
            <p:cNvPr id="8163" name="Google Shape;8163;p57"/>
            <p:cNvGrpSpPr/>
            <p:nvPr/>
          </p:nvGrpSpPr>
          <p:grpSpPr>
            <a:xfrm>
              <a:off x="5045709" y="2252109"/>
              <a:ext cx="3761071" cy="2501708"/>
              <a:chOff x="2691784" y="1805334"/>
              <a:chExt cx="3761071" cy="2501708"/>
            </a:xfrm>
          </p:grpSpPr>
          <p:sp>
            <p:nvSpPr>
              <p:cNvPr id="8164" name="Google Shape;816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57"/>
            <p:cNvGrpSpPr/>
            <p:nvPr/>
          </p:nvGrpSpPr>
          <p:grpSpPr>
            <a:xfrm>
              <a:off x="4967783" y="2151471"/>
              <a:ext cx="3920692" cy="2702940"/>
              <a:chOff x="2613858" y="1704696"/>
              <a:chExt cx="3920692" cy="2702940"/>
            </a:xfrm>
          </p:grpSpPr>
          <p:sp>
            <p:nvSpPr>
              <p:cNvPr id="8172" name="Google Shape;817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77" name="Google Shape;8177;p57"/>
          <p:cNvGrpSpPr/>
          <p:nvPr/>
        </p:nvGrpSpPr>
        <p:grpSpPr>
          <a:xfrm>
            <a:off x="3504468" y="1286940"/>
            <a:ext cx="1561911" cy="708580"/>
            <a:chOff x="3530532" y="1496185"/>
            <a:chExt cx="1561911" cy="708580"/>
          </a:xfrm>
        </p:grpSpPr>
        <p:grpSp>
          <p:nvGrpSpPr>
            <p:cNvPr id="8178" name="Google Shape;8178;p57"/>
            <p:cNvGrpSpPr/>
            <p:nvPr/>
          </p:nvGrpSpPr>
          <p:grpSpPr>
            <a:xfrm>
              <a:off x="3720318" y="1857562"/>
              <a:ext cx="1372125" cy="54"/>
              <a:chOff x="3720318" y="1857562"/>
              <a:chExt cx="1372125" cy="54"/>
            </a:xfrm>
          </p:grpSpPr>
          <p:cxnSp>
            <p:nvCxnSpPr>
              <p:cNvPr id="8179" name="Google Shape;8179;p57"/>
              <p:cNvCxnSpPr>
                <a:endCxn id="818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81" name="Google Shape;818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82" name="Google Shape;818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83" name="Google Shape;8183;p57"/>
              <p:cNvCxnSpPr>
                <a:stCxn id="818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184" name="Google Shape;8184;p57"/>
            <p:cNvGrpSpPr/>
            <p:nvPr/>
          </p:nvGrpSpPr>
          <p:grpSpPr>
            <a:xfrm>
              <a:off x="3567462" y="1496185"/>
              <a:ext cx="286500" cy="272914"/>
              <a:chOff x="3567462" y="1496185"/>
              <a:chExt cx="286500" cy="272914"/>
            </a:xfrm>
          </p:grpSpPr>
          <p:cxnSp>
            <p:nvCxnSpPr>
              <p:cNvPr id="8185" name="Google Shape;818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86" name="Google Shape;8186;p57"/>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7" name="Google Shape;818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9" name="Google Shape;8189;p57"/>
            <p:cNvGrpSpPr/>
            <p:nvPr/>
          </p:nvGrpSpPr>
          <p:grpSpPr>
            <a:xfrm>
              <a:off x="3929014" y="1960574"/>
              <a:ext cx="286500" cy="242342"/>
              <a:chOff x="3929014" y="1960574"/>
              <a:chExt cx="286500" cy="242342"/>
            </a:xfrm>
          </p:grpSpPr>
          <p:cxnSp>
            <p:nvCxnSpPr>
              <p:cNvPr id="8190" name="Google Shape;819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191" name="Google Shape;8191;p57"/>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4290828" y="1496185"/>
              <a:ext cx="286500" cy="272914"/>
              <a:chOff x="4290828" y="1496185"/>
              <a:chExt cx="286500" cy="272914"/>
            </a:xfrm>
          </p:grpSpPr>
          <p:cxnSp>
            <p:nvCxnSpPr>
              <p:cNvPr id="8193" name="Google Shape;819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94" name="Google Shape;8194;p57"/>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5" name="Google Shape;819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6" name="Google Shape;8196;p57"/>
            <p:cNvGrpSpPr/>
            <p:nvPr/>
          </p:nvGrpSpPr>
          <p:grpSpPr>
            <a:xfrm>
              <a:off x="4657726" y="1959674"/>
              <a:ext cx="286500" cy="245092"/>
              <a:chOff x="4657726" y="1959674"/>
              <a:chExt cx="286500" cy="245092"/>
            </a:xfrm>
          </p:grpSpPr>
          <p:cxnSp>
            <p:nvCxnSpPr>
              <p:cNvPr id="8197" name="Google Shape;819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198" name="Google Shape;819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9" name="Google Shape;8199;p57"/>
          <p:cNvGrpSpPr/>
          <p:nvPr/>
        </p:nvGrpSpPr>
        <p:grpSpPr>
          <a:xfrm>
            <a:off x="3486488" y="2149036"/>
            <a:ext cx="1597032" cy="378649"/>
            <a:chOff x="3512551" y="2358282"/>
            <a:chExt cx="1597032" cy="378649"/>
          </a:xfrm>
        </p:grpSpPr>
        <p:grpSp>
          <p:nvGrpSpPr>
            <p:cNvPr id="8200" name="Google Shape;8200;p57"/>
            <p:cNvGrpSpPr/>
            <p:nvPr/>
          </p:nvGrpSpPr>
          <p:grpSpPr>
            <a:xfrm>
              <a:off x="3738198" y="2553002"/>
              <a:ext cx="1145834" cy="117"/>
              <a:chOff x="3738198" y="2553002"/>
              <a:chExt cx="1145834" cy="117"/>
            </a:xfrm>
          </p:grpSpPr>
          <p:cxnSp>
            <p:nvCxnSpPr>
              <p:cNvPr id="8201" name="Google Shape;820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202" name="Google Shape;820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203" name="Google Shape;8203;p57"/>
              <p:cNvCxnSpPr>
                <a:stCxn id="8204" idx="6"/>
                <a:endCxn id="820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206" name="Google Shape;8206;p57"/>
            <p:cNvGrpSpPr/>
            <p:nvPr/>
          </p:nvGrpSpPr>
          <p:grpSpPr>
            <a:xfrm>
              <a:off x="3969644" y="2440153"/>
              <a:ext cx="225900" cy="296779"/>
              <a:chOff x="3969644" y="2440153"/>
              <a:chExt cx="225900" cy="296779"/>
            </a:xfrm>
          </p:grpSpPr>
          <p:cxnSp>
            <p:nvCxnSpPr>
              <p:cNvPr id="8207" name="Google Shape;8207;p57"/>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205" name="Google Shape;8205;p57"/>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57"/>
            <p:cNvGrpSpPr/>
            <p:nvPr/>
          </p:nvGrpSpPr>
          <p:grpSpPr>
            <a:xfrm>
              <a:off x="4426818" y="2358282"/>
              <a:ext cx="225600" cy="307471"/>
              <a:chOff x="4426818" y="2358282"/>
              <a:chExt cx="225600" cy="307471"/>
            </a:xfrm>
          </p:grpSpPr>
          <p:cxnSp>
            <p:nvCxnSpPr>
              <p:cNvPr id="8210" name="Google Shape;8210;p57"/>
              <p:cNvCxnSpPr>
                <a:stCxn id="821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212" name="Google Shape;8212;p57"/>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7"/>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57"/>
            <p:cNvGrpSpPr/>
            <p:nvPr/>
          </p:nvGrpSpPr>
          <p:grpSpPr>
            <a:xfrm>
              <a:off x="4883984" y="2440153"/>
              <a:ext cx="225600" cy="296479"/>
              <a:chOff x="4883984" y="2440153"/>
              <a:chExt cx="225600" cy="296479"/>
            </a:xfrm>
          </p:grpSpPr>
          <p:cxnSp>
            <p:nvCxnSpPr>
              <p:cNvPr id="8214" name="Google Shape;8214;p57"/>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215" name="Google Shape;8215;p57"/>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7" name="Google Shape;8217;p57"/>
            <p:cNvGrpSpPr/>
            <p:nvPr/>
          </p:nvGrpSpPr>
          <p:grpSpPr>
            <a:xfrm>
              <a:off x="3512551" y="2358356"/>
              <a:ext cx="225647" cy="307629"/>
              <a:chOff x="2182679" y="2005014"/>
              <a:chExt cx="792300" cy="1080158"/>
            </a:xfrm>
          </p:grpSpPr>
          <p:cxnSp>
            <p:nvCxnSpPr>
              <p:cNvPr id="8218" name="Google Shape;8218;p57"/>
              <p:cNvCxnSpPr>
                <a:stCxn id="821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204" name="Google Shape;820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0" name="Google Shape;8220;p57"/>
          <p:cNvGrpSpPr/>
          <p:nvPr/>
        </p:nvGrpSpPr>
        <p:grpSpPr>
          <a:xfrm>
            <a:off x="6846570" y="972834"/>
            <a:ext cx="1559809" cy="722610"/>
            <a:chOff x="634175" y="2986275"/>
            <a:chExt cx="3147949" cy="1458344"/>
          </a:xfrm>
        </p:grpSpPr>
        <p:cxnSp>
          <p:nvCxnSpPr>
            <p:cNvPr id="8221" name="Google Shape;8221;p57"/>
            <p:cNvCxnSpPr>
              <a:stCxn id="8222" idx="4"/>
              <a:endCxn id="822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224" name="Google Shape;8224;p57"/>
            <p:cNvCxnSpPr>
              <a:stCxn id="8223" idx="0"/>
              <a:endCxn id="822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26" name="Google Shape;8226;p57"/>
            <p:cNvCxnSpPr>
              <a:stCxn id="8225" idx="4"/>
              <a:endCxn id="822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28" name="Google Shape;8228;p57"/>
            <p:cNvCxnSpPr>
              <a:stCxn id="8227" idx="0"/>
              <a:endCxn id="822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229" name="Google Shape;822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5" name="Google Shape;822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2" name="Google Shape;822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7" name="Google Shape;822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3" name="Google Shape;822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230" name="Google Shape;8230;p57"/>
          <p:cNvGrpSpPr/>
          <p:nvPr/>
        </p:nvGrpSpPr>
        <p:grpSpPr>
          <a:xfrm>
            <a:off x="3500360" y="2682741"/>
            <a:ext cx="1570719" cy="294123"/>
            <a:chOff x="998425" y="1182125"/>
            <a:chExt cx="1065400" cy="199500"/>
          </a:xfrm>
        </p:grpSpPr>
        <p:sp>
          <p:nvSpPr>
            <p:cNvPr id="8231" name="Google Shape;823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57"/>
          <p:cNvGrpSpPr/>
          <p:nvPr/>
        </p:nvGrpSpPr>
        <p:grpSpPr>
          <a:xfrm>
            <a:off x="6843616" y="1800228"/>
            <a:ext cx="1565716" cy="366729"/>
            <a:chOff x="1247650" y="2075423"/>
            <a:chExt cx="6648477" cy="1557238"/>
          </a:xfrm>
        </p:grpSpPr>
        <p:sp>
          <p:nvSpPr>
            <p:cNvPr id="8237" name="Google Shape;823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57"/>
          <p:cNvGrpSpPr/>
          <p:nvPr/>
        </p:nvGrpSpPr>
        <p:grpSpPr>
          <a:xfrm>
            <a:off x="6827928" y="2949043"/>
            <a:ext cx="1597061" cy="663440"/>
            <a:chOff x="6796238" y="3158297"/>
            <a:chExt cx="1630319" cy="677257"/>
          </a:xfrm>
        </p:grpSpPr>
        <p:cxnSp>
          <p:nvCxnSpPr>
            <p:cNvPr id="8244" name="Google Shape;8244;p57"/>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45" name="Google Shape;8245;p57"/>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46" name="Google Shape;8246;p57"/>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247" name="Google Shape;8247;p57"/>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248" name="Google Shape;8248;p57"/>
            <p:cNvGrpSpPr/>
            <p:nvPr/>
          </p:nvGrpSpPr>
          <p:grpSpPr>
            <a:xfrm>
              <a:off x="6796238" y="3311904"/>
              <a:ext cx="1630319" cy="377697"/>
              <a:chOff x="6796238" y="3311904"/>
              <a:chExt cx="1630319" cy="377697"/>
            </a:xfrm>
          </p:grpSpPr>
          <p:sp>
            <p:nvSpPr>
              <p:cNvPr id="8249" name="Google Shape;8249;p5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2" name="Google Shape;8252;p57"/>
          <p:cNvGrpSpPr/>
          <p:nvPr/>
        </p:nvGrpSpPr>
        <p:grpSpPr>
          <a:xfrm>
            <a:off x="5349066" y="970435"/>
            <a:ext cx="1368606" cy="1593805"/>
            <a:chOff x="1839112" y="2209163"/>
            <a:chExt cx="1918159" cy="2233784"/>
          </a:xfrm>
        </p:grpSpPr>
        <p:sp>
          <p:nvSpPr>
            <p:cNvPr id="8253" name="Google Shape;825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56" name="Google Shape;8256;p57"/>
            <p:cNvCxnSpPr>
              <a:stCxn id="8253" idx="6"/>
              <a:endCxn id="825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57" name="Google Shape;8257;p57"/>
            <p:cNvCxnSpPr>
              <a:stCxn id="8254" idx="4"/>
              <a:endCxn id="825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259" name="Google Shape;8259;p57"/>
            <p:cNvCxnSpPr>
              <a:stCxn id="8258" idx="6"/>
              <a:endCxn id="825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60" name="Google Shape;8260;p57"/>
            <p:cNvCxnSpPr>
              <a:stCxn id="8255" idx="4"/>
              <a:endCxn id="826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258" name="Google Shape;825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63" name="Google Shape;8263;p57"/>
            <p:cNvCxnSpPr>
              <a:endCxn id="826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264" name="Google Shape;8264;p57"/>
          <p:cNvGrpSpPr/>
          <p:nvPr/>
        </p:nvGrpSpPr>
        <p:grpSpPr>
          <a:xfrm>
            <a:off x="3481439" y="976671"/>
            <a:ext cx="1637968" cy="154942"/>
            <a:chOff x="238125" y="2506075"/>
            <a:chExt cx="7115411" cy="673075"/>
          </a:xfrm>
        </p:grpSpPr>
        <p:sp>
          <p:nvSpPr>
            <p:cNvPr id="8265" name="Google Shape;826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57"/>
          <p:cNvGrpSpPr/>
          <p:nvPr/>
        </p:nvGrpSpPr>
        <p:grpSpPr>
          <a:xfrm>
            <a:off x="720124" y="1298269"/>
            <a:ext cx="2476762" cy="91743"/>
            <a:chOff x="1464850" y="436376"/>
            <a:chExt cx="6001362" cy="222300"/>
          </a:xfrm>
        </p:grpSpPr>
        <p:sp>
          <p:nvSpPr>
            <p:cNvPr id="8271" name="Google Shape;827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76" name="Google Shape;827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77" name="Google Shape;827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78" name="Google Shape;827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79" name="Google Shape;827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280" name="Google Shape;8280;p57"/>
          <p:cNvGrpSpPr/>
          <p:nvPr/>
        </p:nvGrpSpPr>
        <p:grpSpPr>
          <a:xfrm>
            <a:off x="706391" y="2533734"/>
            <a:ext cx="1452710" cy="651923"/>
            <a:chOff x="803162" y="2667727"/>
            <a:chExt cx="1411906" cy="633611"/>
          </a:xfrm>
        </p:grpSpPr>
        <p:cxnSp>
          <p:nvCxnSpPr>
            <p:cNvPr id="8281" name="Google Shape;8281;p57"/>
            <p:cNvCxnSpPr>
              <a:stCxn id="8282" idx="2"/>
              <a:endCxn id="828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84" name="Google Shape;8284;p57"/>
            <p:cNvCxnSpPr>
              <a:stCxn id="8285" idx="0"/>
              <a:endCxn id="828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86" name="Google Shape;8286;p57"/>
            <p:cNvCxnSpPr>
              <a:stCxn id="8285" idx="2"/>
              <a:endCxn id="828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88" name="Google Shape;8288;p57"/>
            <p:cNvCxnSpPr>
              <a:stCxn id="8289" idx="0"/>
              <a:endCxn id="828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90" name="Google Shape;8290;p57"/>
            <p:cNvCxnSpPr>
              <a:stCxn id="8283" idx="2"/>
              <a:endCxn id="829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92" name="Google Shape;8292;p57"/>
            <p:cNvCxnSpPr>
              <a:stCxn id="8293" idx="0"/>
              <a:endCxn id="828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289" name="Google Shape;8289;p57"/>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7" name="Google Shape;8287;p57"/>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93" name="Google Shape;8293;p57"/>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91" name="Google Shape;8291;p57"/>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3" name="Google Shape;8283;p57"/>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5" name="Google Shape;8285;p57"/>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2" name="Google Shape;8282;p57"/>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294" name="Google Shape;8294;p57"/>
          <p:cNvGrpSpPr/>
          <p:nvPr/>
        </p:nvGrpSpPr>
        <p:grpSpPr>
          <a:xfrm>
            <a:off x="706393" y="969273"/>
            <a:ext cx="2518541" cy="209309"/>
            <a:chOff x="803163" y="1111966"/>
            <a:chExt cx="2447800" cy="203430"/>
          </a:xfrm>
        </p:grpSpPr>
        <p:grpSp>
          <p:nvGrpSpPr>
            <p:cNvPr id="8295" name="Google Shape;8295;p57"/>
            <p:cNvGrpSpPr/>
            <p:nvPr/>
          </p:nvGrpSpPr>
          <p:grpSpPr>
            <a:xfrm>
              <a:off x="1958180" y="1111966"/>
              <a:ext cx="588019" cy="121396"/>
              <a:chOff x="4808316" y="2800065"/>
              <a:chExt cx="1999386" cy="412910"/>
            </a:xfrm>
          </p:grpSpPr>
          <p:sp>
            <p:nvSpPr>
              <p:cNvPr id="8296" name="Google Shape;829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7" name="Google Shape;8297;p57"/>
              <p:cNvGrpSpPr/>
              <p:nvPr/>
            </p:nvGrpSpPr>
            <p:grpSpPr>
              <a:xfrm>
                <a:off x="4808316" y="2800065"/>
                <a:ext cx="92400" cy="411825"/>
                <a:chOff x="845575" y="2563700"/>
                <a:chExt cx="92400" cy="411825"/>
              </a:xfrm>
            </p:grpSpPr>
            <p:cxnSp>
              <p:nvCxnSpPr>
                <p:cNvPr id="8298" name="Google Shape;829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99" name="Google Shape;829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300" name="Google Shape;8300;p57"/>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301" name="Google Shape;8301;p57"/>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2" name="Google Shape;8302;p57"/>
            <p:cNvGrpSpPr/>
            <p:nvPr/>
          </p:nvGrpSpPr>
          <p:grpSpPr>
            <a:xfrm>
              <a:off x="803163" y="1111974"/>
              <a:ext cx="591158" cy="121545"/>
              <a:chOff x="803163" y="1111974"/>
              <a:chExt cx="591158" cy="121545"/>
            </a:xfrm>
          </p:grpSpPr>
          <p:grpSp>
            <p:nvGrpSpPr>
              <p:cNvPr id="8303" name="Google Shape;8303;p57"/>
              <p:cNvGrpSpPr/>
              <p:nvPr/>
            </p:nvGrpSpPr>
            <p:grpSpPr>
              <a:xfrm>
                <a:off x="803163" y="1111974"/>
                <a:ext cx="27175" cy="121077"/>
                <a:chOff x="845575" y="2563700"/>
                <a:chExt cx="92400" cy="411825"/>
              </a:xfrm>
            </p:grpSpPr>
            <p:cxnSp>
              <p:nvCxnSpPr>
                <p:cNvPr id="8304" name="Google Shape;830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305" name="Google Shape;830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6" name="Google Shape;8306;p57"/>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57"/>
            <p:cNvGrpSpPr/>
            <p:nvPr/>
          </p:nvGrpSpPr>
          <p:grpSpPr>
            <a:xfrm>
              <a:off x="1381910" y="1194219"/>
              <a:ext cx="588341" cy="121177"/>
              <a:chOff x="1381910" y="1194219"/>
              <a:chExt cx="588341" cy="121177"/>
            </a:xfrm>
          </p:grpSpPr>
          <p:grpSp>
            <p:nvGrpSpPr>
              <p:cNvPr id="8308" name="Google Shape;8308;p57"/>
              <p:cNvGrpSpPr/>
              <p:nvPr/>
            </p:nvGrpSpPr>
            <p:grpSpPr>
              <a:xfrm rot="10800000">
                <a:off x="1381910" y="1194319"/>
                <a:ext cx="27175" cy="121077"/>
                <a:chOff x="2070100" y="2563700"/>
                <a:chExt cx="92400" cy="411825"/>
              </a:xfrm>
            </p:grpSpPr>
            <p:cxnSp>
              <p:nvCxnSpPr>
                <p:cNvPr id="8309" name="Google Shape;830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310" name="Google Shape;831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1" name="Google Shape;8311;p57"/>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2" name="Google Shape;8312;p57"/>
            <p:cNvGrpSpPr/>
            <p:nvPr/>
          </p:nvGrpSpPr>
          <p:grpSpPr>
            <a:xfrm>
              <a:off x="2532079" y="1194219"/>
              <a:ext cx="704927" cy="121177"/>
              <a:chOff x="2532079" y="1194219"/>
              <a:chExt cx="704927" cy="121177"/>
            </a:xfrm>
          </p:grpSpPr>
          <p:grpSp>
            <p:nvGrpSpPr>
              <p:cNvPr id="8313" name="Google Shape;8313;p57"/>
              <p:cNvGrpSpPr/>
              <p:nvPr/>
            </p:nvGrpSpPr>
            <p:grpSpPr>
              <a:xfrm rot="10800000">
                <a:off x="2532079" y="1194319"/>
                <a:ext cx="27175" cy="121077"/>
                <a:chOff x="2070100" y="2563700"/>
                <a:chExt cx="92400" cy="411825"/>
              </a:xfrm>
            </p:grpSpPr>
            <p:cxnSp>
              <p:nvCxnSpPr>
                <p:cNvPr id="8314" name="Google Shape;831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315" name="Google Shape;831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6" name="Google Shape;8316;p57"/>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17" name="Google Shape;8317;p57"/>
          <p:cNvGrpSpPr/>
          <p:nvPr/>
        </p:nvGrpSpPr>
        <p:grpSpPr>
          <a:xfrm>
            <a:off x="3499403" y="3665904"/>
            <a:ext cx="1567778" cy="491677"/>
            <a:chOff x="5194708" y="3484366"/>
            <a:chExt cx="3148148" cy="987304"/>
          </a:xfrm>
        </p:grpSpPr>
        <p:grpSp>
          <p:nvGrpSpPr>
            <p:cNvPr id="8318" name="Google Shape;8318;p57"/>
            <p:cNvGrpSpPr/>
            <p:nvPr/>
          </p:nvGrpSpPr>
          <p:grpSpPr>
            <a:xfrm>
              <a:off x="7531521" y="3484366"/>
              <a:ext cx="811335" cy="987304"/>
              <a:chOff x="3379425" y="1617275"/>
              <a:chExt cx="1090650" cy="1327200"/>
            </a:xfrm>
          </p:grpSpPr>
          <p:sp>
            <p:nvSpPr>
              <p:cNvPr id="8319" name="Google Shape;831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2" name="Google Shape;8322;p57"/>
            <p:cNvGrpSpPr/>
            <p:nvPr/>
          </p:nvGrpSpPr>
          <p:grpSpPr>
            <a:xfrm>
              <a:off x="6752546" y="3484366"/>
              <a:ext cx="811428" cy="987304"/>
              <a:chOff x="2332275" y="1617275"/>
              <a:chExt cx="1090775" cy="1327200"/>
            </a:xfrm>
          </p:grpSpPr>
          <p:sp>
            <p:nvSpPr>
              <p:cNvPr id="8323" name="Google Shape;832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57"/>
            <p:cNvGrpSpPr/>
            <p:nvPr/>
          </p:nvGrpSpPr>
          <p:grpSpPr>
            <a:xfrm>
              <a:off x="5973664" y="3484366"/>
              <a:ext cx="811335" cy="987304"/>
              <a:chOff x="1285250" y="1617275"/>
              <a:chExt cx="1090650" cy="1327200"/>
            </a:xfrm>
          </p:grpSpPr>
          <p:sp>
            <p:nvSpPr>
              <p:cNvPr id="8327" name="Google Shape;832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57"/>
            <p:cNvGrpSpPr/>
            <p:nvPr/>
          </p:nvGrpSpPr>
          <p:grpSpPr>
            <a:xfrm>
              <a:off x="5194708" y="3484366"/>
              <a:ext cx="811409" cy="987304"/>
              <a:chOff x="238125" y="1617275"/>
              <a:chExt cx="1090750" cy="1327200"/>
            </a:xfrm>
          </p:grpSpPr>
          <p:sp>
            <p:nvSpPr>
              <p:cNvPr id="8331" name="Google Shape;833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4" name="Google Shape;8334;p57"/>
          <p:cNvGrpSpPr/>
          <p:nvPr/>
        </p:nvGrpSpPr>
        <p:grpSpPr>
          <a:xfrm>
            <a:off x="3460012" y="3146315"/>
            <a:ext cx="1616964" cy="346256"/>
            <a:chOff x="1808063" y="4294338"/>
            <a:chExt cx="3370782" cy="721817"/>
          </a:xfrm>
        </p:grpSpPr>
        <p:sp>
          <p:nvSpPr>
            <p:cNvPr id="8335" name="Google Shape;833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57"/>
          <p:cNvGrpSpPr/>
          <p:nvPr/>
        </p:nvGrpSpPr>
        <p:grpSpPr>
          <a:xfrm>
            <a:off x="738224" y="3432344"/>
            <a:ext cx="1295882" cy="646587"/>
            <a:chOff x="834100" y="3642869"/>
            <a:chExt cx="1259483" cy="628426"/>
          </a:xfrm>
        </p:grpSpPr>
        <p:sp>
          <p:nvSpPr>
            <p:cNvPr id="8346" name="Google Shape;834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1" name="Google Shape;8371;p57"/>
            <p:cNvGrpSpPr/>
            <p:nvPr/>
          </p:nvGrpSpPr>
          <p:grpSpPr>
            <a:xfrm>
              <a:off x="1360364" y="3847835"/>
              <a:ext cx="208119" cy="224359"/>
              <a:chOff x="1360769" y="3847100"/>
              <a:chExt cx="208119" cy="224359"/>
            </a:xfrm>
          </p:grpSpPr>
          <p:sp>
            <p:nvSpPr>
              <p:cNvPr id="8372" name="Google Shape;837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2" name="Google Shape;839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57"/>
          <p:cNvGrpSpPr/>
          <p:nvPr/>
        </p:nvGrpSpPr>
        <p:grpSpPr>
          <a:xfrm rot="5400000">
            <a:off x="5951337" y="3228841"/>
            <a:ext cx="164064" cy="1414916"/>
            <a:chOff x="4428249" y="1369375"/>
            <a:chExt cx="36905" cy="429569"/>
          </a:xfrm>
        </p:grpSpPr>
        <p:sp>
          <p:nvSpPr>
            <p:cNvPr id="8407" name="Google Shape;840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57"/>
          <p:cNvGrpSpPr/>
          <p:nvPr/>
        </p:nvGrpSpPr>
        <p:grpSpPr>
          <a:xfrm rot="10800000" flipH="1">
            <a:off x="5323766" y="2817385"/>
            <a:ext cx="1419207" cy="24808"/>
            <a:chOff x="219558" y="4738465"/>
            <a:chExt cx="5852400" cy="102300"/>
          </a:xfrm>
        </p:grpSpPr>
        <p:cxnSp>
          <p:nvCxnSpPr>
            <p:cNvPr id="8440" name="Google Shape;844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441" name="Google Shape;844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57"/>
          <p:cNvGrpSpPr/>
          <p:nvPr/>
        </p:nvGrpSpPr>
        <p:grpSpPr>
          <a:xfrm>
            <a:off x="5335084" y="3190448"/>
            <a:ext cx="1396570" cy="385016"/>
            <a:chOff x="5286284" y="2966544"/>
            <a:chExt cx="1396570" cy="385016"/>
          </a:xfrm>
        </p:grpSpPr>
        <p:cxnSp>
          <p:nvCxnSpPr>
            <p:cNvPr id="8447" name="Google Shape;844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448" name="Google Shape;844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449" name="Google Shape;8449;p57"/>
            <p:cNvGrpSpPr/>
            <p:nvPr/>
          </p:nvGrpSpPr>
          <p:grpSpPr>
            <a:xfrm>
              <a:off x="5287688" y="3173364"/>
              <a:ext cx="1395166" cy="74100"/>
              <a:chOff x="5287688" y="3173364"/>
              <a:chExt cx="1395166" cy="74100"/>
            </a:xfrm>
          </p:grpSpPr>
          <p:cxnSp>
            <p:nvCxnSpPr>
              <p:cNvPr id="8450" name="Google Shape;845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451" name="Google Shape;8451;p57"/>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452" name="Google Shape;8452;p57"/>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3" name="Google Shape;8453;p57"/>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4" name="Google Shape;8454;p57"/>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5" name="Google Shape;8455;p57"/>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6" name="Google Shape;8456;p57"/>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7" name="Google Shape;8457;p57"/>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458" name="Google Shape;845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459" name="Google Shape;8459;p57"/>
          <p:cNvGrpSpPr/>
          <p:nvPr/>
        </p:nvGrpSpPr>
        <p:grpSpPr>
          <a:xfrm>
            <a:off x="2021150" y="1609224"/>
            <a:ext cx="1182276" cy="662027"/>
            <a:chOff x="2029517" y="1732295"/>
            <a:chExt cx="1149068" cy="643432"/>
          </a:xfrm>
        </p:grpSpPr>
        <p:grpSp>
          <p:nvGrpSpPr>
            <p:cNvPr id="8460" name="Google Shape;8460;p57"/>
            <p:cNvGrpSpPr/>
            <p:nvPr/>
          </p:nvGrpSpPr>
          <p:grpSpPr>
            <a:xfrm>
              <a:off x="2708660" y="1746937"/>
              <a:ext cx="455427" cy="244429"/>
              <a:chOff x="2700693" y="1746937"/>
              <a:chExt cx="455427" cy="244429"/>
            </a:xfrm>
          </p:grpSpPr>
          <p:grpSp>
            <p:nvGrpSpPr>
              <p:cNvPr id="8461" name="Google Shape;8461;p57"/>
              <p:cNvGrpSpPr/>
              <p:nvPr/>
            </p:nvGrpSpPr>
            <p:grpSpPr>
              <a:xfrm>
                <a:off x="2905682" y="1782817"/>
                <a:ext cx="250438" cy="208549"/>
                <a:chOff x="2905682" y="1782817"/>
                <a:chExt cx="250438" cy="208549"/>
              </a:xfrm>
            </p:grpSpPr>
            <p:cxnSp>
              <p:nvCxnSpPr>
                <p:cNvPr id="8462" name="Google Shape;846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63" name="Google Shape;846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57"/>
              <p:cNvGrpSpPr/>
              <p:nvPr/>
            </p:nvGrpSpPr>
            <p:grpSpPr>
              <a:xfrm>
                <a:off x="2700693" y="1746937"/>
                <a:ext cx="449967" cy="72374"/>
                <a:chOff x="2700693" y="1746937"/>
                <a:chExt cx="449967" cy="72374"/>
              </a:xfrm>
            </p:grpSpPr>
            <p:cxnSp>
              <p:nvCxnSpPr>
                <p:cNvPr id="8465" name="Google Shape;846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66" name="Google Shape;846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67" name="Google Shape;8467;p57"/>
            <p:cNvGrpSpPr/>
            <p:nvPr/>
          </p:nvGrpSpPr>
          <p:grpSpPr>
            <a:xfrm>
              <a:off x="2029517" y="1732295"/>
              <a:ext cx="1149068" cy="643432"/>
              <a:chOff x="2029517" y="1732295"/>
              <a:chExt cx="1149068" cy="643432"/>
            </a:xfrm>
          </p:grpSpPr>
          <p:grpSp>
            <p:nvGrpSpPr>
              <p:cNvPr id="8468" name="Google Shape;8468;p57"/>
              <p:cNvGrpSpPr/>
              <p:nvPr/>
            </p:nvGrpSpPr>
            <p:grpSpPr>
              <a:xfrm>
                <a:off x="2703618" y="2103152"/>
                <a:ext cx="474966" cy="260017"/>
                <a:chOff x="2703618" y="2103152"/>
                <a:chExt cx="474966" cy="260017"/>
              </a:xfrm>
            </p:grpSpPr>
            <p:grpSp>
              <p:nvGrpSpPr>
                <p:cNvPr id="8469" name="Google Shape;8469;p57"/>
                <p:cNvGrpSpPr/>
                <p:nvPr/>
              </p:nvGrpSpPr>
              <p:grpSpPr>
                <a:xfrm>
                  <a:off x="2703618" y="2290640"/>
                  <a:ext cx="450291" cy="72529"/>
                  <a:chOff x="2703618" y="2290640"/>
                  <a:chExt cx="450291" cy="72529"/>
                </a:xfrm>
              </p:grpSpPr>
              <p:cxnSp>
                <p:nvCxnSpPr>
                  <p:cNvPr id="8470" name="Google Shape;847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71" name="Google Shape;847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57"/>
                <p:cNvGrpSpPr/>
                <p:nvPr/>
              </p:nvGrpSpPr>
              <p:grpSpPr>
                <a:xfrm>
                  <a:off x="2908607" y="2103152"/>
                  <a:ext cx="269977" cy="223538"/>
                  <a:chOff x="2908607" y="2103152"/>
                  <a:chExt cx="269977" cy="223538"/>
                </a:xfrm>
              </p:grpSpPr>
              <p:cxnSp>
                <p:nvCxnSpPr>
                  <p:cNvPr id="8473" name="Google Shape;847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74" name="Google Shape;847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5" name="Google Shape;8475;p57"/>
              <p:cNvGrpSpPr/>
              <p:nvPr/>
            </p:nvGrpSpPr>
            <p:grpSpPr>
              <a:xfrm>
                <a:off x="2029517" y="1732295"/>
                <a:ext cx="685827" cy="643432"/>
                <a:chOff x="2029517" y="1732295"/>
                <a:chExt cx="685827" cy="643432"/>
              </a:xfrm>
            </p:grpSpPr>
            <p:sp>
              <p:nvSpPr>
                <p:cNvPr id="8476" name="Google Shape;847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7" name="Google Shape;8477;p57"/>
                <p:cNvGrpSpPr/>
                <p:nvPr/>
              </p:nvGrpSpPr>
              <p:grpSpPr>
                <a:xfrm>
                  <a:off x="2158948" y="1732295"/>
                  <a:ext cx="556396" cy="333108"/>
                  <a:chOff x="2158948" y="1732295"/>
                  <a:chExt cx="556396" cy="333108"/>
                </a:xfrm>
              </p:grpSpPr>
              <p:cxnSp>
                <p:nvCxnSpPr>
                  <p:cNvPr id="8478" name="Google Shape;847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79" name="Google Shape;847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7"/>
                <p:cNvGrpSpPr/>
                <p:nvPr/>
              </p:nvGrpSpPr>
              <p:grpSpPr>
                <a:xfrm>
                  <a:off x="2159908" y="2065057"/>
                  <a:ext cx="550884" cy="310670"/>
                  <a:chOff x="2159908" y="2065057"/>
                  <a:chExt cx="550884" cy="310670"/>
                </a:xfrm>
              </p:grpSpPr>
              <p:cxnSp>
                <p:nvCxnSpPr>
                  <p:cNvPr id="8481" name="Google Shape;848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82" name="Google Shape;848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483" name="Google Shape;8483;p57"/>
          <p:cNvGrpSpPr/>
          <p:nvPr/>
        </p:nvGrpSpPr>
        <p:grpSpPr>
          <a:xfrm>
            <a:off x="706399" y="1556837"/>
            <a:ext cx="962651" cy="810058"/>
            <a:chOff x="844912" y="1681380"/>
            <a:chExt cx="935611" cy="787305"/>
          </a:xfrm>
        </p:grpSpPr>
        <p:grpSp>
          <p:nvGrpSpPr>
            <p:cNvPr id="8484" name="Google Shape;8484;p57"/>
            <p:cNvGrpSpPr/>
            <p:nvPr/>
          </p:nvGrpSpPr>
          <p:grpSpPr>
            <a:xfrm>
              <a:off x="844912" y="1819635"/>
              <a:ext cx="329836" cy="510016"/>
              <a:chOff x="844912" y="1819635"/>
              <a:chExt cx="329836" cy="510016"/>
            </a:xfrm>
          </p:grpSpPr>
          <p:sp>
            <p:nvSpPr>
              <p:cNvPr id="8485" name="Google Shape;8485;p5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1" name="Google Shape;8491;p57"/>
            <p:cNvGrpSpPr/>
            <p:nvPr/>
          </p:nvGrpSpPr>
          <p:grpSpPr>
            <a:xfrm>
              <a:off x="1284601" y="2158168"/>
              <a:ext cx="495923" cy="310517"/>
              <a:chOff x="1284601" y="2158168"/>
              <a:chExt cx="495923" cy="310517"/>
            </a:xfrm>
          </p:grpSpPr>
          <p:sp>
            <p:nvSpPr>
              <p:cNvPr id="8492" name="Google Shape;849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3" name="Google Shape;8493;p57"/>
              <p:cNvGrpSpPr/>
              <p:nvPr/>
            </p:nvGrpSpPr>
            <p:grpSpPr>
              <a:xfrm>
                <a:off x="1507666" y="2158168"/>
                <a:ext cx="272858" cy="310517"/>
                <a:chOff x="1507666" y="2158168"/>
                <a:chExt cx="272858" cy="310517"/>
              </a:xfrm>
            </p:grpSpPr>
            <p:grpSp>
              <p:nvGrpSpPr>
                <p:cNvPr id="8494" name="Google Shape;8494;p57"/>
                <p:cNvGrpSpPr/>
                <p:nvPr/>
              </p:nvGrpSpPr>
              <p:grpSpPr>
                <a:xfrm>
                  <a:off x="1507666" y="2176104"/>
                  <a:ext cx="166395" cy="273149"/>
                  <a:chOff x="1507666" y="2176104"/>
                  <a:chExt cx="166395" cy="273149"/>
                </a:xfrm>
              </p:grpSpPr>
              <p:sp>
                <p:nvSpPr>
                  <p:cNvPr id="8495" name="Google Shape;8495;p5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2" name="Google Shape;850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04" name="Google Shape;8504;p57"/>
            <p:cNvGrpSpPr/>
            <p:nvPr/>
          </p:nvGrpSpPr>
          <p:grpSpPr>
            <a:xfrm>
              <a:off x="1284601" y="1681380"/>
              <a:ext cx="495923" cy="310517"/>
              <a:chOff x="1284601" y="1681380"/>
              <a:chExt cx="495923" cy="310517"/>
            </a:xfrm>
          </p:grpSpPr>
          <p:sp>
            <p:nvSpPr>
              <p:cNvPr id="8505" name="Google Shape;850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6" name="Google Shape;8506;p57"/>
              <p:cNvGrpSpPr/>
              <p:nvPr/>
            </p:nvGrpSpPr>
            <p:grpSpPr>
              <a:xfrm>
                <a:off x="1507666" y="1681380"/>
                <a:ext cx="272858" cy="310517"/>
                <a:chOff x="1507666" y="1681380"/>
                <a:chExt cx="272858" cy="310517"/>
              </a:xfrm>
            </p:grpSpPr>
            <p:grpSp>
              <p:nvGrpSpPr>
                <p:cNvPr id="8507" name="Google Shape;8507;p57"/>
                <p:cNvGrpSpPr/>
                <p:nvPr/>
              </p:nvGrpSpPr>
              <p:grpSpPr>
                <a:xfrm>
                  <a:off x="1507666" y="1700120"/>
                  <a:ext cx="166395" cy="272984"/>
                  <a:chOff x="1507666" y="1700120"/>
                  <a:chExt cx="166395" cy="272984"/>
                </a:xfrm>
              </p:grpSpPr>
              <p:sp>
                <p:nvSpPr>
                  <p:cNvPr id="8508" name="Google Shape;8508;p5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5" name="Google Shape;851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17" name="Google Shape;8517;p57"/>
          <p:cNvGrpSpPr/>
          <p:nvPr/>
        </p:nvGrpSpPr>
        <p:grpSpPr>
          <a:xfrm>
            <a:off x="6815339" y="2324267"/>
            <a:ext cx="1622269" cy="552443"/>
            <a:chOff x="6894650" y="2574740"/>
            <a:chExt cx="1445100" cy="492111"/>
          </a:xfrm>
        </p:grpSpPr>
        <p:sp>
          <p:nvSpPr>
            <p:cNvPr id="8518" name="Google Shape;851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3" name="Google Shape;852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524" name="Google Shape;8524;p57"/>
          <p:cNvGrpSpPr/>
          <p:nvPr/>
        </p:nvGrpSpPr>
        <p:grpSpPr>
          <a:xfrm>
            <a:off x="6834882" y="3698522"/>
            <a:ext cx="1583206" cy="475705"/>
            <a:chOff x="6953919" y="3907920"/>
            <a:chExt cx="1377300" cy="475705"/>
          </a:xfrm>
        </p:grpSpPr>
        <p:cxnSp>
          <p:nvCxnSpPr>
            <p:cNvPr id="8525" name="Google Shape;8525;p57"/>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26" name="Google Shape;852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527" name="Google Shape;8527;p57"/>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28" name="Google Shape;8528;p57"/>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529" name="Google Shape;8529;p57"/>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530" name="Google Shape;8530;p57"/>
          <p:cNvGrpSpPr/>
          <p:nvPr/>
        </p:nvGrpSpPr>
        <p:grpSpPr>
          <a:xfrm>
            <a:off x="2338470" y="2459668"/>
            <a:ext cx="836286" cy="824529"/>
            <a:chOff x="2389399" y="2595741"/>
            <a:chExt cx="812796" cy="801369"/>
          </a:xfrm>
        </p:grpSpPr>
        <p:grpSp>
          <p:nvGrpSpPr>
            <p:cNvPr id="8531" name="Google Shape;8531;p57"/>
            <p:cNvGrpSpPr/>
            <p:nvPr/>
          </p:nvGrpSpPr>
          <p:grpSpPr>
            <a:xfrm>
              <a:off x="2492145" y="2881565"/>
              <a:ext cx="607300" cy="229751"/>
              <a:chOff x="2492145" y="2881565"/>
              <a:chExt cx="607300" cy="229751"/>
            </a:xfrm>
          </p:grpSpPr>
          <p:sp>
            <p:nvSpPr>
              <p:cNvPr id="8532" name="Google Shape;8532;p5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57"/>
            <p:cNvGrpSpPr/>
            <p:nvPr/>
          </p:nvGrpSpPr>
          <p:grpSpPr>
            <a:xfrm>
              <a:off x="2389399" y="2595741"/>
              <a:ext cx="812796" cy="296825"/>
              <a:chOff x="2389399" y="2595741"/>
              <a:chExt cx="812796" cy="296825"/>
            </a:xfrm>
          </p:grpSpPr>
          <p:grpSp>
            <p:nvGrpSpPr>
              <p:cNvPr id="8536" name="Google Shape;8536;p57"/>
              <p:cNvGrpSpPr/>
              <p:nvPr/>
            </p:nvGrpSpPr>
            <p:grpSpPr>
              <a:xfrm>
                <a:off x="2389399" y="2595741"/>
                <a:ext cx="363638" cy="296825"/>
                <a:chOff x="2389399" y="2595741"/>
                <a:chExt cx="363638" cy="296825"/>
              </a:xfrm>
            </p:grpSpPr>
            <p:grpSp>
              <p:nvGrpSpPr>
                <p:cNvPr id="8537" name="Google Shape;8537;p57"/>
                <p:cNvGrpSpPr/>
                <p:nvPr/>
              </p:nvGrpSpPr>
              <p:grpSpPr>
                <a:xfrm>
                  <a:off x="2493852" y="2794333"/>
                  <a:ext cx="259185" cy="98232"/>
                  <a:chOff x="2493852" y="2794333"/>
                  <a:chExt cx="259185" cy="98232"/>
                </a:xfrm>
              </p:grpSpPr>
              <p:sp>
                <p:nvSpPr>
                  <p:cNvPr id="8538" name="Google Shape;8538;p5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57"/>
                <p:cNvGrpSpPr/>
                <p:nvPr/>
              </p:nvGrpSpPr>
              <p:grpSpPr>
                <a:xfrm>
                  <a:off x="2389399" y="2595741"/>
                  <a:ext cx="224343" cy="182054"/>
                  <a:chOff x="2389399" y="2595741"/>
                  <a:chExt cx="224343" cy="182054"/>
                </a:xfrm>
              </p:grpSpPr>
              <p:sp>
                <p:nvSpPr>
                  <p:cNvPr id="8542" name="Google Shape;8542;p5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4" name="Google Shape;8544;p57"/>
              <p:cNvGrpSpPr/>
              <p:nvPr/>
            </p:nvGrpSpPr>
            <p:grpSpPr>
              <a:xfrm>
                <a:off x="2683630" y="2595741"/>
                <a:ext cx="224334" cy="296825"/>
                <a:chOff x="2683630" y="2595741"/>
                <a:chExt cx="224334" cy="296825"/>
              </a:xfrm>
            </p:grpSpPr>
            <p:grpSp>
              <p:nvGrpSpPr>
                <p:cNvPr id="8545" name="Google Shape;8545;p57"/>
                <p:cNvGrpSpPr/>
                <p:nvPr/>
              </p:nvGrpSpPr>
              <p:grpSpPr>
                <a:xfrm>
                  <a:off x="2788083" y="2794333"/>
                  <a:ext cx="15356" cy="98232"/>
                  <a:chOff x="2788083" y="2794333"/>
                  <a:chExt cx="15356" cy="98232"/>
                </a:xfrm>
              </p:grpSpPr>
              <p:sp>
                <p:nvSpPr>
                  <p:cNvPr id="8546" name="Google Shape;8546;p5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57"/>
                <p:cNvGrpSpPr/>
                <p:nvPr/>
              </p:nvGrpSpPr>
              <p:grpSpPr>
                <a:xfrm>
                  <a:off x="2683630" y="2595741"/>
                  <a:ext cx="224334" cy="182054"/>
                  <a:chOff x="2683630" y="2595741"/>
                  <a:chExt cx="224334" cy="182054"/>
                </a:xfrm>
              </p:grpSpPr>
              <p:sp>
                <p:nvSpPr>
                  <p:cNvPr id="8550" name="Google Shape;8550;p5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2" name="Google Shape;8552;p57"/>
              <p:cNvGrpSpPr/>
              <p:nvPr/>
            </p:nvGrpSpPr>
            <p:grpSpPr>
              <a:xfrm>
                <a:off x="2838475" y="2595741"/>
                <a:ext cx="363719" cy="296825"/>
                <a:chOff x="2838475" y="2595741"/>
                <a:chExt cx="363719" cy="296825"/>
              </a:xfrm>
            </p:grpSpPr>
            <p:grpSp>
              <p:nvGrpSpPr>
                <p:cNvPr id="8553" name="Google Shape;8553;p57"/>
                <p:cNvGrpSpPr/>
                <p:nvPr/>
              </p:nvGrpSpPr>
              <p:grpSpPr>
                <a:xfrm>
                  <a:off x="2838475" y="2794333"/>
                  <a:ext cx="259185" cy="98232"/>
                  <a:chOff x="2838475" y="2794333"/>
                  <a:chExt cx="259185" cy="98232"/>
                </a:xfrm>
              </p:grpSpPr>
              <p:sp>
                <p:nvSpPr>
                  <p:cNvPr id="8554" name="Google Shape;8554;p5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7" name="Google Shape;8557;p57"/>
                <p:cNvGrpSpPr/>
                <p:nvPr/>
              </p:nvGrpSpPr>
              <p:grpSpPr>
                <a:xfrm>
                  <a:off x="2977852" y="2595741"/>
                  <a:ext cx="224343" cy="182054"/>
                  <a:chOff x="2977852" y="2595741"/>
                  <a:chExt cx="224343" cy="182054"/>
                </a:xfrm>
              </p:grpSpPr>
              <p:sp>
                <p:nvSpPr>
                  <p:cNvPr id="8558" name="Google Shape;8558;p5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60" name="Google Shape;8560;p57"/>
            <p:cNvGrpSpPr/>
            <p:nvPr/>
          </p:nvGrpSpPr>
          <p:grpSpPr>
            <a:xfrm>
              <a:off x="2389399" y="3100241"/>
              <a:ext cx="812796" cy="296869"/>
              <a:chOff x="2389399" y="3100241"/>
              <a:chExt cx="812796" cy="296869"/>
            </a:xfrm>
          </p:grpSpPr>
          <p:grpSp>
            <p:nvGrpSpPr>
              <p:cNvPr id="8561" name="Google Shape;8561;p57"/>
              <p:cNvGrpSpPr/>
              <p:nvPr/>
            </p:nvGrpSpPr>
            <p:grpSpPr>
              <a:xfrm>
                <a:off x="2683630" y="3100241"/>
                <a:ext cx="224334" cy="296869"/>
                <a:chOff x="2683630" y="3100241"/>
                <a:chExt cx="224334" cy="296869"/>
              </a:xfrm>
            </p:grpSpPr>
            <p:grpSp>
              <p:nvGrpSpPr>
                <p:cNvPr id="8562" name="Google Shape;8562;p57"/>
                <p:cNvGrpSpPr/>
                <p:nvPr/>
              </p:nvGrpSpPr>
              <p:grpSpPr>
                <a:xfrm>
                  <a:off x="2788083" y="3100241"/>
                  <a:ext cx="15356" cy="98237"/>
                  <a:chOff x="2788083" y="3100241"/>
                  <a:chExt cx="15356" cy="98237"/>
                </a:xfrm>
              </p:grpSpPr>
              <p:sp>
                <p:nvSpPr>
                  <p:cNvPr id="8563" name="Google Shape;856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57"/>
                <p:cNvGrpSpPr/>
                <p:nvPr/>
              </p:nvGrpSpPr>
              <p:grpSpPr>
                <a:xfrm>
                  <a:off x="2683630" y="3215065"/>
                  <a:ext cx="224334" cy="182045"/>
                  <a:chOff x="2683630" y="3215065"/>
                  <a:chExt cx="224334" cy="182045"/>
                </a:xfrm>
              </p:grpSpPr>
              <p:sp>
                <p:nvSpPr>
                  <p:cNvPr id="8567" name="Google Shape;856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69" name="Google Shape;8569;p57"/>
              <p:cNvGrpSpPr/>
              <p:nvPr/>
            </p:nvGrpSpPr>
            <p:grpSpPr>
              <a:xfrm>
                <a:off x="2389399" y="3100241"/>
                <a:ext cx="363638" cy="296869"/>
                <a:chOff x="2389399" y="3100241"/>
                <a:chExt cx="363638" cy="296869"/>
              </a:xfrm>
            </p:grpSpPr>
            <p:grpSp>
              <p:nvGrpSpPr>
                <p:cNvPr id="8570" name="Google Shape;8570;p57"/>
                <p:cNvGrpSpPr/>
                <p:nvPr/>
              </p:nvGrpSpPr>
              <p:grpSpPr>
                <a:xfrm>
                  <a:off x="2493852" y="3100241"/>
                  <a:ext cx="259185" cy="98237"/>
                  <a:chOff x="2493852" y="3100241"/>
                  <a:chExt cx="259185" cy="98237"/>
                </a:xfrm>
              </p:grpSpPr>
              <p:sp>
                <p:nvSpPr>
                  <p:cNvPr id="8571" name="Google Shape;857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4" name="Google Shape;8574;p57"/>
                <p:cNvGrpSpPr/>
                <p:nvPr/>
              </p:nvGrpSpPr>
              <p:grpSpPr>
                <a:xfrm>
                  <a:off x="2389399" y="3215065"/>
                  <a:ext cx="224343" cy="182045"/>
                  <a:chOff x="2389399" y="3215065"/>
                  <a:chExt cx="224343" cy="182045"/>
                </a:xfrm>
              </p:grpSpPr>
              <p:sp>
                <p:nvSpPr>
                  <p:cNvPr id="8575" name="Google Shape;857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7" name="Google Shape;8577;p57"/>
              <p:cNvGrpSpPr/>
              <p:nvPr/>
            </p:nvGrpSpPr>
            <p:grpSpPr>
              <a:xfrm>
                <a:off x="2838475" y="3100241"/>
                <a:ext cx="363719" cy="296869"/>
                <a:chOff x="2838475" y="3100241"/>
                <a:chExt cx="363719" cy="296869"/>
              </a:xfrm>
            </p:grpSpPr>
            <p:grpSp>
              <p:nvGrpSpPr>
                <p:cNvPr id="8578" name="Google Shape;8578;p57"/>
                <p:cNvGrpSpPr/>
                <p:nvPr/>
              </p:nvGrpSpPr>
              <p:grpSpPr>
                <a:xfrm>
                  <a:off x="2838475" y="3100241"/>
                  <a:ext cx="259185" cy="98237"/>
                  <a:chOff x="2838475" y="3100241"/>
                  <a:chExt cx="259185" cy="98237"/>
                </a:xfrm>
              </p:grpSpPr>
              <p:sp>
                <p:nvSpPr>
                  <p:cNvPr id="8579" name="Google Shape;857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57"/>
                <p:cNvGrpSpPr/>
                <p:nvPr/>
              </p:nvGrpSpPr>
              <p:grpSpPr>
                <a:xfrm>
                  <a:off x="2977852" y="3215065"/>
                  <a:ext cx="224343" cy="182045"/>
                  <a:chOff x="2977852" y="3215065"/>
                  <a:chExt cx="224343" cy="182045"/>
                </a:xfrm>
              </p:grpSpPr>
              <p:sp>
                <p:nvSpPr>
                  <p:cNvPr id="8583" name="Google Shape;858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588"/>
        <p:cNvGrpSpPr/>
        <p:nvPr/>
      </p:nvGrpSpPr>
      <p:grpSpPr>
        <a:xfrm>
          <a:off x="0" y="0"/>
          <a:ext cx="0" cy="0"/>
          <a:chOff x="0" y="0"/>
          <a:chExt cx="0" cy="0"/>
        </a:xfrm>
      </p:grpSpPr>
      <p:grpSp>
        <p:nvGrpSpPr>
          <p:cNvPr id="8589" name="Google Shape;8589;p58"/>
          <p:cNvGrpSpPr/>
          <p:nvPr/>
        </p:nvGrpSpPr>
        <p:grpSpPr>
          <a:xfrm>
            <a:off x="702088" y="3155922"/>
            <a:ext cx="2390414" cy="1024800"/>
            <a:chOff x="728925" y="3296613"/>
            <a:chExt cx="2390414" cy="1024800"/>
          </a:xfrm>
        </p:grpSpPr>
        <p:grpSp>
          <p:nvGrpSpPr>
            <p:cNvPr id="8590" name="Google Shape;8590;p58"/>
            <p:cNvGrpSpPr/>
            <p:nvPr/>
          </p:nvGrpSpPr>
          <p:grpSpPr>
            <a:xfrm>
              <a:off x="728925" y="3619800"/>
              <a:ext cx="2390414" cy="500893"/>
              <a:chOff x="728925" y="3619800"/>
              <a:chExt cx="2390414" cy="500893"/>
            </a:xfrm>
          </p:grpSpPr>
          <p:sp>
            <p:nvSpPr>
              <p:cNvPr id="8591" name="Google Shape;859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2" name="Google Shape;859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93" name="Google Shape;8593;p58"/>
            <p:cNvGrpSpPr/>
            <p:nvPr/>
          </p:nvGrpSpPr>
          <p:grpSpPr>
            <a:xfrm>
              <a:off x="1348050" y="3296613"/>
              <a:ext cx="1706152" cy="1024800"/>
              <a:chOff x="1348050" y="3296613"/>
              <a:chExt cx="1706152" cy="1024800"/>
            </a:xfrm>
          </p:grpSpPr>
          <p:sp>
            <p:nvSpPr>
              <p:cNvPr id="8594" name="Google Shape;859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5" name="Google Shape;859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6" name="Google Shape;859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7" name="Google Shape;859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8" name="Google Shape;859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99" name="Google Shape;8599;p58"/>
            <p:cNvGrpSpPr/>
            <p:nvPr/>
          </p:nvGrpSpPr>
          <p:grpSpPr>
            <a:xfrm>
              <a:off x="1455707" y="3654858"/>
              <a:ext cx="1491150" cy="417657"/>
              <a:chOff x="1455707" y="3654858"/>
              <a:chExt cx="1491150" cy="417657"/>
            </a:xfrm>
          </p:grpSpPr>
          <p:sp>
            <p:nvSpPr>
              <p:cNvPr id="8600" name="Google Shape;860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20" name="Google Shape;8620;p58"/>
          <p:cNvGraphicFramePr/>
          <p:nvPr/>
        </p:nvGraphicFramePr>
        <p:xfrm>
          <a:off x="5937787" y="2153834"/>
          <a:ext cx="3000000" cy="3000000"/>
        </p:xfrm>
        <a:graphic>
          <a:graphicData uri="http://schemas.openxmlformats.org/drawingml/2006/table">
            <a:tbl>
              <a:tblPr>
                <a:noFill/>
                <a:tableStyleId>{0BACEA3A-B526-46DE-BD82-A33AE7DA6718}</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621" name="Google Shape;8621;p58"/>
          <p:cNvGrpSpPr/>
          <p:nvPr/>
        </p:nvGrpSpPr>
        <p:grpSpPr>
          <a:xfrm>
            <a:off x="710464" y="981599"/>
            <a:ext cx="2396505" cy="976502"/>
            <a:chOff x="749309" y="1112739"/>
            <a:chExt cx="2371603" cy="976502"/>
          </a:xfrm>
        </p:grpSpPr>
        <p:grpSp>
          <p:nvGrpSpPr>
            <p:cNvPr id="8622" name="Google Shape;8622;p58"/>
            <p:cNvGrpSpPr/>
            <p:nvPr/>
          </p:nvGrpSpPr>
          <p:grpSpPr>
            <a:xfrm>
              <a:off x="1092126" y="1112739"/>
              <a:ext cx="2028786" cy="975464"/>
              <a:chOff x="1092126" y="1112739"/>
              <a:chExt cx="2028786" cy="975464"/>
            </a:xfrm>
          </p:grpSpPr>
          <p:sp>
            <p:nvSpPr>
              <p:cNvPr id="8623" name="Google Shape;862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7" name="Google Shape;8647;p58"/>
            <p:cNvGrpSpPr/>
            <p:nvPr/>
          </p:nvGrpSpPr>
          <p:grpSpPr>
            <a:xfrm>
              <a:off x="749309" y="1112739"/>
              <a:ext cx="314700" cy="975464"/>
              <a:chOff x="749309" y="1112739"/>
              <a:chExt cx="314700" cy="975464"/>
            </a:xfrm>
          </p:grpSpPr>
          <p:sp>
            <p:nvSpPr>
              <p:cNvPr id="8648" name="Google Shape;864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2" name="Google Shape;865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656" name="Google Shape;8656;p58"/>
          <p:cNvGraphicFramePr/>
          <p:nvPr/>
        </p:nvGraphicFramePr>
        <p:xfrm>
          <a:off x="5937812" y="981584"/>
          <a:ext cx="3000000" cy="3000000"/>
        </p:xfrm>
        <a:graphic>
          <a:graphicData uri="http://schemas.openxmlformats.org/drawingml/2006/table">
            <a:tbl>
              <a:tblPr>
                <a:noFill/>
                <a:tableStyleId>{0BACEA3A-B526-46DE-BD82-A33AE7DA6718}</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657" name="Google Shape;8657;p58"/>
          <p:cNvGraphicFramePr/>
          <p:nvPr/>
        </p:nvGraphicFramePr>
        <p:xfrm>
          <a:off x="3358675" y="2153834"/>
          <a:ext cx="3000000" cy="3000000"/>
        </p:xfrm>
        <a:graphic>
          <a:graphicData uri="http://schemas.openxmlformats.org/drawingml/2006/table">
            <a:tbl>
              <a:tblPr>
                <a:noFill/>
                <a:tableStyleId>{0BACEA3A-B526-46DE-BD82-A33AE7DA6718}</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58" name="Google Shape;8658;p58"/>
          <p:cNvGrpSpPr/>
          <p:nvPr/>
        </p:nvGrpSpPr>
        <p:grpSpPr>
          <a:xfrm>
            <a:off x="3360661" y="3144795"/>
            <a:ext cx="2363377" cy="1047062"/>
            <a:chOff x="3358399" y="3285485"/>
            <a:chExt cx="2363377" cy="1047062"/>
          </a:xfrm>
        </p:grpSpPr>
        <p:grpSp>
          <p:nvGrpSpPr>
            <p:cNvPr id="8659" name="Google Shape;8659;p58"/>
            <p:cNvGrpSpPr/>
            <p:nvPr/>
          </p:nvGrpSpPr>
          <p:grpSpPr>
            <a:xfrm>
              <a:off x="3358412" y="3285485"/>
              <a:ext cx="2363244" cy="139500"/>
              <a:chOff x="3358412" y="3285485"/>
              <a:chExt cx="2363244" cy="139500"/>
            </a:xfrm>
          </p:grpSpPr>
          <p:sp>
            <p:nvSpPr>
              <p:cNvPr id="8660" name="Google Shape;866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8"/>
            <p:cNvGrpSpPr/>
            <p:nvPr/>
          </p:nvGrpSpPr>
          <p:grpSpPr>
            <a:xfrm>
              <a:off x="3358412" y="3466996"/>
              <a:ext cx="2363244" cy="139500"/>
              <a:chOff x="3358412" y="3466996"/>
              <a:chExt cx="2363244" cy="139500"/>
            </a:xfrm>
          </p:grpSpPr>
          <p:sp>
            <p:nvSpPr>
              <p:cNvPr id="8666" name="Google Shape;866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58"/>
            <p:cNvGrpSpPr/>
            <p:nvPr/>
          </p:nvGrpSpPr>
          <p:grpSpPr>
            <a:xfrm>
              <a:off x="3358412" y="3648507"/>
              <a:ext cx="2363244" cy="139500"/>
              <a:chOff x="3358412" y="3648507"/>
              <a:chExt cx="2363244" cy="139500"/>
            </a:xfrm>
          </p:grpSpPr>
          <p:sp>
            <p:nvSpPr>
              <p:cNvPr id="8672" name="Google Shape;867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58"/>
            <p:cNvGrpSpPr/>
            <p:nvPr/>
          </p:nvGrpSpPr>
          <p:grpSpPr>
            <a:xfrm>
              <a:off x="3358412" y="3830018"/>
              <a:ext cx="2363244" cy="139500"/>
              <a:chOff x="3358412" y="3830018"/>
              <a:chExt cx="2363244" cy="139500"/>
            </a:xfrm>
          </p:grpSpPr>
          <p:sp>
            <p:nvSpPr>
              <p:cNvPr id="8678" name="Google Shape;867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58"/>
            <p:cNvGrpSpPr/>
            <p:nvPr/>
          </p:nvGrpSpPr>
          <p:grpSpPr>
            <a:xfrm>
              <a:off x="3358399" y="4011514"/>
              <a:ext cx="2363377" cy="139537"/>
              <a:chOff x="3294800" y="4134603"/>
              <a:chExt cx="2638876" cy="152400"/>
            </a:xfrm>
          </p:grpSpPr>
          <p:sp>
            <p:nvSpPr>
              <p:cNvPr id="8684" name="Google Shape;868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58"/>
            <p:cNvGrpSpPr/>
            <p:nvPr/>
          </p:nvGrpSpPr>
          <p:grpSpPr>
            <a:xfrm>
              <a:off x="3358399" y="4193010"/>
              <a:ext cx="2363377" cy="139537"/>
              <a:chOff x="3294800" y="4134603"/>
              <a:chExt cx="2638876" cy="152400"/>
            </a:xfrm>
          </p:grpSpPr>
          <p:sp>
            <p:nvSpPr>
              <p:cNvPr id="8690" name="Google Shape;869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95" name="Google Shape;8695;p58"/>
          <p:cNvGraphicFramePr/>
          <p:nvPr/>
        </p:nvGraphicFramePr>
        <p:xfrm>
          <a:off x="711463" y="2153834"/>
          <a:ext cx="3000000" cy="3000000"/>
        </p:xfrm>
        <a:graphic>
          <a:graphicData uri="http://schemas.openxmlformats.org/drawingml/2006/table">
            <a:tbl>
              <a:tblPr>
                <a:noFill/>
                <a:tableStyleId>{0BACEA3A-B526-46DE-BD82-A33AE7DA6718}</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96" name="Google Shape;8696;p58"/>
          <p:cNvGrpSpPr/>
          <p:nvPr/>
        </p:nvGrpSpPr>
        <p:grpSpPr>
          <a:xfrm>
            <a:off x="4161132" y="2557649"/>
            <a:ext cx="1302095" cy="60959"/>
            <a:chOff x="3558802" y="4011427"/>
            <a:chExt cx="1866000" cy="111300"/>
          </a:xfrm>
        </p:grpSpPr>
        <p:sp>
          <p:nvSpPr>
            <p:cNvPr id="8697" name="Google Shape;869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8"/>
          <p:cNvGrpSpPr/>
          <p:nvPr/>
        </p:nvGrpSpPr>
        <p:grpSpPr>
          <a:xfrm>
            <a:off x="4706620" y="2839808"/>
            <a:ext cx="914340" cy="60959"/>
            <a:chOff x="3558802" y="4011427"/>
            <a:chExt cx="1866000" cy="111300"/>
          </a:xfrm>
        </p:grpSpPr>
        <p:sp>
          <p:nvSpPr>
            <p:cNvPr id="8700" name="Google Shape;870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58"/>
          <p:cNvGrpSpPr/>
          <p:nvPr/>
        </p:nvGrpSpPr>
        <p:grpSpPr>
          <a:xfrm>
            <a:off x="5871419" y="3167606"/>
            <a:ext cx="2522867" cy="1001454"/>
            <a:chOff x="1904318" y="789980"/>
            <a:chExt cx="1489472" cy="606868"/>
          </a:xfrm>
        </p:grpSpPr>
        <p:cxnSp>
          <p:nvCxnSpPr>
            <p:cNvPr id="8703" name="Google Shape;870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704" name="Google Shape;870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705" name="Google Shape;870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706" name="Google Shape;870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JANUARY</a:t>
              </a:r>
              <a:endParaRPr sz="400">
                <a:solidFill>
                  <a:srgbClr val="E3E9ED"/>
                </a:solidFill>
              </a:endParaRPr>
            </a:p>
          </p:txBody>
        </p:sp>
        <p:sp>
          <p:nvSpPr>
            <p:cNvPr id="8707" name="Google Shape;870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FEBRUARY</a:t>
              </a:r>
              <a:endParaRPr sz="400">
                <a:solidFill>
                  <a:srgbClr val="E3E9ED"/>
                </a:solidFill>
              </a:endParaRPr>
            </a:p>
          </p:txBody>
        </p:sp>
        <p:sp>
          <p:nvSpPr>
            <p:cNvPr id="8708" name="Google Shape;870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MARCH</a:t>
              </a:r>
              <a:endParaRPr sz="400">
                <a:solidFill>
                  <a:srgbClr val="E3E9ED"/>
                </a:solidFill>
              </a:endParaRPr>
            </a:p>
          </p:txBody>
        </p:sp>
        <p:sp>
          <p:nvSpPr>
            <p:cNvPr id="8709" name="Google Shape;870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APRIL</a:t>
              </a:r>
              <a:endParaRPr sz="400">
                <a:solidFill>
                  <a:srgbClr val="E3E9ED"/>
                </a:solidFill>
              </a:endParaRPr>
            </a:p>
          </p:txBody>
        </p:sp>
        <p:sp>
          <p:nvSpPr>
            <p:cNvPr id="8710" name="Google Shape;871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s-419" sz="400">
                  <a:solidFill>
                    <a:srgbClr val="E3E9ED"/>
                  </a:solidFill>
                </a:rPr>
                <a:t>PHASE 1</a:t>
              </a:r>
              <a:endParaRPr sz="400">
                <a:solidFill>
                  <a:srgbClr val="E3E9ED"/>
                </a:solidFill>
              </a:endParaRPr>
            </a:p>
          </p:txBody>
        </p:sp>
        <p:sp>
          <p:nvSpPr>
            <p:cNvPr id="8717" name="Google Shape;871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s-419" sz="400">
                  <a:solidFill>
                    <a:srgbClr val="E3E9ED"/>
                  </a:solidFill>
                </a:rPr>
                <a:t>Task 1</a:t>
              </a:r>
              <a:endParaRPr sz="400">
                <a:solidFill>
                  <a:srgbClr val="E3E9ED"/>
                </a:solidFill>
              </a:endParaRPr>
            </a:p>
          </p:txBody>
        </p:sp>
        <p:sp>
          <p:nvSpPr>
            <p:cNvPr id="8718" name="Google Shape;871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s-419" sz="400">
                  <a:solidFill>
                    <a:srgbClr val="E3E9ED"/>
                  </a:solidFill>
                </a:rPr>
                <a:t>Task 2</a:t>
              </a:r>
              <a:endParaRPr sz="400">
                <a:solidFill>
                  <a:srgbClr val="E3E9ED"/>
                </a:solidFill>
              </a:endParaRPr>
            </a:p>
          </p:txBody>
        </p:sp>
        <p:sp>
          <p:nvSpPr>
            <p:cNvPr id="8719" name="Google Shape;871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58"/>
          <p:cNvGrpSpPr/>
          <p:nvPr/>
        </p:nvGrpSpPr>
        <p:grpSpPr>
          <a:xfrm>
            <a:off x="3355824" y="951642"/>
            <a:ext cx="2363393" cy="1005865"/>
            <a:chOff x="3292400" y="1193188"/>
            <a:chExt cx="2615240" cy="1131075"/>
          </a:xfrm>
        </p:grpSpPr>
        <p:sp>
          <p:nvSpPr>
            <p:cNvPr id="8721" name="Google Shape;872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2" name="Google Shape;872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3" name="Google Shape;872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JANUARY</a:t>
              </a:r>
              <a:endParaRPr sz="400">
                <a:solidFill>
                  <a:srgbClr val="FFFFFF"/>
                </a:solidFill>
              </a:endParaRPr>
            </a:p>
          </p:txBody>
        </p:sp>
        <p:sp>
          <p:nvSpPr>
            <p:cNvPr id="8724" name="Google Shape;872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FEBRUARY</a:t>
              </a:r>
              <a:endParaRPr sz="400">
                <a:solidFill>
                  <a:srgbClr val="FFFFFF"/>
                </a:solidFill>
              </a:endParaRPr>
            </a:p>
          </p:txBody>
        </p:sp>
        <p:sp>
          <p:nvSpPr>
            <p:cNvPr id="8725" name="Google Shape;872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MARCH</a:t>
              </a:r>
              <a:endParaRPr sz="400">
                <a:solidFill>
                  <a:srgbClr val="FFFFFF"/>
                </a:solidFill>
              </a:endParaRPr>
            </a:p>
          </p:txBody>
        </p:sp>
        <p:sp>
          <p:nvSpPr>
            <p:cNvPr id="8726" name="Google Shape;872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APRIL</a:t>
              </a:r>
              <a:endParaRPr sz="400">
                <a:solidFill>
                  <a:srgbClr val="FFFFFF"/>
                </a:solidFill>
              </a:endParaRPr>
            </a:p>
          </p:txBody>
        </p:sp>
        <p:sp>
          <p:nvSpPr>
            <p:cNvPr id="8727" name="Google Shape;872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MAY</a:t>
              </a:r>
              <a:endParaRPr sz="400">
                <a:solidFill>
                  <a:srgbClr val="FFFFFF"/>
                </a:solidFill>
              </a:endParaRPr>
            </a:p>
          </p:txBody>
        </p:sp>
        <p:sp>
          <p:nvSpPr>
            <p:cNvPr id="8728" name="Google Shape;872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JUNE</a:t>
              </a:r>
              <a:endParaRPr sz="400">
                <a:solidFill>
                  <a:srgbClr val="FFFFFF"/>
                </a:solidFill>
              </a:endParaRPr>
            </a:p>
          </p:txBody>
        </p:sp>
        <p:sp>
          <p:nvSpPr>
            <p:cNvPr id="8729" name="Google Shape;872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419" sz="400">
                  <a:solidFill>
                    <a:srgbClr val="FFFFFF"/>
                  </a:solidFill>
                </a:rPr>
                <a:t>PHASE 1</a:t>
              </a:r>
              <a:endParaRPr sz="400">
                <a:solidFill>
                  <a:srgbClr val="FFFFFF"/>
                </a:solidFill>
              </a:endParaRPr>
            </a:p>
          </p:txBody>
        </p:sp>
        <p:sp>
          <p:nvSpPr>
            <p:cNvPr id="8730" name="Google Shape;873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419" sz="400">
                  <a:solidFill>
                    <a:srgbClr val="FFFFFF"/>
                  </a:solidFill>
                </a:rPr>
                <a:t>PHASE 2</a:t>
              </a:r>
              <a:endParaRPr sz="400">
                <a:solidFill>
                  <a:srgbClr val="FFFFFF"/>
                </a:solidFill>
              </a:endParaRPr>
            </a:p>
          </p:txBody>
        </p:sp>
        <p:sp>
          <p:nvSpPr>
            <p:cNvPr id="8731" name="Google Shape;873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1</a:t>
              </a:r>
              <a:endParaRPr sz="400">
                <a:solidFill>
                  <a:srgbClr val="FFFFFF"/>
                </a:solidFill>
              </a:endParaRPr>
            </a:p>
          </p:txBody>
        </p:sp>
        <p:sp>
          <p:nvSpPr>
            <p:cNvPr id="8732" name="Google Shape;873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2</a:t>
              </a:r>
              <a:endParaRPr sz="400">
                <a:solidFill>
                  <a:srgbClr val="FFFFFF"/>
                </a:solidFill>
              </a:endParaRPr>
            </a:p>
          </p:txBody>
        </p:sp>
        <p:sp>
          <p:nvSpPr>
            <p:cNvPr id="8733" name="Google Shape;873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1</a:t>
              </a:r>
              <a:endParaRPr sz="400">
                <a:solidFill>
                  <a:srgbClr val="FFFFFF"/>
                </a:solidFill>
              </a:endParaRPr>
            </a:p>
          </p:txBody>
        </p:sp>
        <p:sp>
          <p:nvSpPr>
            <p:cNvPr id="8734" name="Google Shape;873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2</a:t>
              </a:r>
              <a:endParaRPr sz="400">
                <a:solidFill>
                  <a:srgbClr val="FFFFFF"/>
                </a:solidFill>
              </a:endParaRPr>
            </a:p>
          </p:txBody>
        </p:sp>
        <p:grpSp>
          <p:nvGrpSpPr>
            <p:cNvPr id="8735" name="Google Shape;8735;p58"/>
            <p:cNvGrpSpPr/>
            <p:nvPr/>
          </p:nvGrpSpPr>
          <p:grpSpPr>
            <a:xfrm>
              <a:off x="3748438" y="1378608"/>
              <a:ext cx="2159202" cy="903971"/>
              <a:chOff x="1683525" y="2179850"/>
              <a:chExt cx="4519050" cy="2134525"/>
            </a:xfrm>
          </p:grpSpPr>
          <p:sp>
            <p:nvSpPr>
              <p:cNvPr id="8736" name="Google Shape;873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37" name="Google Shape;873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38" name="Google Shape;873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39" name="Google Shape;873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0" name="Google Shape;874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1" name="Google Shape;874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2" name="Google Shape;874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3" name="Google Shape;874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4" name="Google Shape;874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5" name="Google Shape;874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6" name="Google Shape;874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7" name="Google Shape;874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751"/>
        <p:cNvGrpSpPr/>
        <p:nvPr/>
      </p:nvGrpSpPr>
      <p:grpSpPr>
        <a:xfrm>
          <a:off x="0" y="0"/>
          <a:ext cx="0" cy="0"/>
          <a:chOff x="0" y="0"/>
          <a:chExt cx="0" cy="0"/>
        </a:xfrm>
      </p:grpSpPr>
      <p:grpSp>
        <p:nvGrpSpPr>
          <p:cNvPr id="8752" name="Google Shape;8752;p59"/>
          <p:cNvGrpSpPr/>
          <p:nvPr/>
        </p:nvGrpSpPr>
        <p:grpSpPr>
          <a:xfrm>
            <a:off x="4796690" y="970936"/>
            <a:ext cx="745431" cy="718863"/>
            <a:chOff x="4249973" y="1201875"/>
            <a:chExt cx="1958568" cy="1888762"/>
          </a:xfrm>
        </p:grpSpPr>
        <p:sp>
          <p:nvSpPr>
            <p:cNvPr id="8753" name="Google Shape;875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4" name="Google Shape;8754;p59"/>
            <p:cNvGrpSpPr/>
            <p:nvPr/>
          </p:nvGrpSpPr>
          <p:grpSpPr>
            <a:xfrm>
              <a:off x="5853086" y="1789142"/>
              <a:ext cx="355454" cy="1048099"/>
              <a:chOff x="5576108" y="2016725"/>
              <a:chExt cx="565200" cy="1666560"/>
            </a:xfrm>
          </p:grpSpPr>
          <p:sp>
            <p:nvSpPr>
              <p:cNvPr id="8755" name="Google Shape;875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56" name="Google Shape;875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59"/>
            <p:cNvGrpSpPr/>
            <p:nvPr/>
          </p:nvGrpSpPr>
          <p:grpSpPr>
            <a:xfrm>
              <a:off x="4869455" y="2691676"/>
              <a:ext cx="1013897" cy="398961"/>
              <a:chOff x="4012057" y="3451825"/>
              <a:chExt cx="1612175" cy="634379"/>
            </a:xfrm>
          </p:grpSpPr>
          <p:sp>
            <p:nvSpPr>
              <p:cNvPr id="8758" name="Google Shape;875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59" name="Google Shape;875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4276937" y="2155961"/>
              <a:ext cx="651965" cy="891358"/>
              <a:chOff x="3069908" y="2599997"/>
              <a:chExt cx="1036675" cy="1417328"/>
            </a:xfrm>
          </p:grpSpPr>
          <p:sp>
            <p:nvSpPr>
              <p:cNvPr id="8761" name="Google Shape;876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62" name="Google Shape;876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59"/>
            <p:cNvGrpSpPr/>
            <p:nvPr/>
          </p:nvGrpSpPr>
          <p:grpSpPr>
            <a:xfrm>
              <a:off x="5054918" y="1201875"/>
              <a:ext cx="999548" cy="602711"/>
              <a:chOff x="4306958" y="1082925"/>
              <a:chExt cx="1589359" cy="958358"/>
            </a:xfrm>
          </p:grpSpPr>
          <p:sp>
            <p:nvSpPr>
              <p:cNvPr id="8764" name="Google Shape;876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65" name="Google Shape;876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249973" y="1303451"/>
              <a:ext cx="799317" cy="841334"/>
              <a:chOff x="3027033" y="1244439"/>
              <a:chExt cx="1270977" cy="1337786"/>
            </a:xfrm>
          </p:grpSpPr>
          <p:sp>
            <p:nvSpPr>
              <p:cNvPr id="8767" name="Google Shape;876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68" name="Google Shape;876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9" name="Google Shape;8769;p59"/>
          <p:cNvGrpSpPr/>
          <p:nvPr/>
        </p:nvGrpSpPr>
        <p:grpSpPr>
          <a:xfrm>
            <a:off x="713063" y="1849386"/>
            <a:ext cx="761767" cy="729896"/>
            <a:chOff x="2657744" y="2337745"/>
            <a:chExt cx="832987" cy="798137"/>
          </a:xfrm>
        </p:grpSpPr>
        <p:sp>
          <p:nvSpPr>
            <p:cNvPr id="8770" name="Google Shape;877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59"/>
          <p:cNvGrpSpPr/>
          <p:nvPr/>
        </p:nvGrpSpPr>
        <p:grpSpPr>
          <a:xfrm>
            <a:off x="3224027" y="1852592"/>
            <a:ext cx="685569" cy="723586"/>
            <a:chOff x="3398134" y="2057755"/>
            <a:chExt cx="704087" cy="743130"/>
          </a:xfrm>
        </p:grpSpPr>
        <p:grpSp>
          <p:nvGrpSpPr>
            <p:cNvPr id="8777" name="Google Shape;8777;p59"/>
            <p:cNvGrpSpPr/>
            <p:nvPr/>
          </p:nvGrpSpPr>
          <p:grpSpPr>
            <a:xfrm>
              <a:off x="3398134" y="2290183"/>
              <a:ext cx="315300" cy="219900"/>
              <a:chOff x="3398134" y="2290183"/>
              <a:chExt cx="315300" cy="219900"/>
            </a:xfrm>
          </p:grpSpPr>
          <p:sp>
            <p:nvSpPr>
              <p:cNvPr id="8778" name="Google Shape;8778;p59"/>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79" name="Google Shape;8779;p59"/>
              <p:cNvCxnSpPr>
                <a:stCxn id="8778"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780" name="Google Shape;8780;p59"/>
            <p:cNvGrpSpPr/>
            <p:nvPr/>
          </p:nvGrpSpPr>
          <p:grpSpPr>
            <a:xfrm>
              <a:off x="3547823" y="2467358"/>
              <a:ext cx="219900" cy="333527"/>
              <a:chOff x="3547823" y="2467358"/>
              <a:chExt cx="219900" cy="333527"/>
            </a:xfrm>
          </p:grpSpPr>
          <p:sp>
            <p:nvSpPr>
              <p:cNvPr id="8781" name="Google Shape;8781;p59"/>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82" name="Google Shape;8782;p59"/>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783" name="Google Shape;8783;p59"/>
            <p:cNvGrpSpPr/>
            <p:nvPr/>
          </p:nvGrpSpPr>
          <p:grpSpPr>
            <a:xfrm>
              <a:off x="3734138" y="2467358"/>
              <a:ext cx="219900" cy="333527"/>
              <a:chOff x="3734138" y="2467358"/>
              <a:chExt cx="219900" cy="333527"/>
            </a:xfrm>
          </p:grpSpPr>
          <p:sp>
            <p:nvSpPr>
              <p:cNvPr id="8784" name="Google Shape;8784;p59"/>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85" name="Google Shape;8785;p59"/>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786" name="Google Shape;8786;p59"/>
            <p:cNvGrpSpPr/>
            <p:nvPr/>
          </p:nvGrpSpPr>
          <p:grpSpPr>
            <a:xfrm>
              <a:off x="3787560" y="2288011"/>
              <a:ext cx="314661" cy="219900"/>
              <a:chOff x="3787560" y="2288011"/>
              <a:chExt cx="314661" cy="219900"/>
            </a:xfrm>
          </p:grpSpPr>
          <p:sp>
            <p:nvSpPr>
              <p:cNvPr id="8787" name="Google Shape;8787;p59"/>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88" name="Google Shape;8788;p59"/>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789" name="Google Shape;8789;p59"/>
            <p:cNvGrpSpPr/>
            <p:nvPr/>
          </p:nvGrpSpPr>
          <p:grpSpPr>
            <a:xfrm>
              <a:off x="3637290" y="2057755"/>
              <a:ext cx="219900" cy="335499"/>
              <a:chOff x="3637290" y="2057755"/>
              <a:chExt cx="219900" cy="335499"/>
            </a:xfrm>
          </p:grpSpPr>
          <p:sp>
            <p:nvSpPr>
              <p:cNvPr id="8790" name="Google Shape;8790;p59"/>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791" name="Google Shape;8791;p59"/>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792" name="Google Shape;8792;p59"/>
          <p:cNvGrpSpPr/>
          <p:nvPr/>
        </p:nvGrpSpPr>
        <p:grpSpPr>
          <a:xfrm>
            <a:off x="4899249" y="1859288"/>
            <a:ext cx="710153" cy="710153"/>
            <a:chOff x="5007123" y="2079403"/>
            <a:chExt cx="687600" cy="687600"/>
          </a:xfrm>
        </p:grpSpPr>
        <p:sp>
          <p:nvSpPr>
            <p:cNvPr id="8793" name="Google Shape;8793;p59"/>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59"/>
          <p:cNvGrpSpPr/>
          <p:nvPr/>
        </p:nvGrpSpPr>
        <p:grpSpPr>
          <a:xfrm>
            <a:off x="5708687" y="1853794"/>
            <a:ext cx="720998" cy="721183"/>
            <a:chOff x="5797446" y="2063053"/>
            <a:chExt cx="698100" cy="698280"/>
          </a:xfrm>
        </p:grpSpPr>
        <p:sp>
          <p:nvSpPr>
            <p:cNvPr id="8798" name="Google Shape;8798;p59"/>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59"/>
          <p:cNvGrpSpPr/>
          <p:nvPr/>
        </p:nvGrpSpPr>
        <p:grpSpPr>
          <a:xfrm>
            <a:off x="8153834" y="3499399"/>
            <a:ext cx="280585" cy="673164"/>
            <a:chOff x="8075075" y="3754290"/>
            <a:chExt cx="255612" cy="613194"/>
          </a:xfrm>
        </p:grpSpPr>
        <p:grpSp>
          <p:nvGrpSpPr>
            <p:cNvPr id="8803" name="Google Shape;8803;p59"/>
            <p:cNvGrpSpPr/>
            <p:nvPr/>
          </p:nvGrpSpPr>
          <p:grpSpPr>
            <a:xfrm>
              <a:off x="8075075" y="3754290"/>
              <a:ext cx="255612" cy="613194"/>
              <a:chOff x="8075075" y="3754290"/>
              <a:chExt cx="255612" cy="613194"/>
            </a:xfrm>
          </p:grpSpPr>
          <p:sp>
            <p:nvSpPr>
              <p:cNvPr id="8804" name="Google Shape;8804;p5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6" name="Google Shape;8806;p5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7" name="Google Shape;8807;p59"/>
          <p:cNvGrpSpPr/>
          <p:nvPr/>
        </p:nvGrpSpPr>
        <p:grpSpPr>
          <a:xfrm>
            <a:off x="5270892" y="3488196"/>
            <a:ext cx="470352" cy="683745"/>
            <a:chOff x="1697726" y="3244179"/>
            <a:chExt cx="788124" cy="1146069"/>
          </a:xfrm>
        </p:grpSpPr>
        <p:sp>
          <p:nvSpPr>
            <p:cNvPr id="8808" name="Google Shape;880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0" name="Google Shape;8810;p59"/>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1" name="Google Shape;8811;p59"/>
          <p:cNvGrpSpPr/>
          <p:nvPr/>
        </p:nvGrpSpPr>
        <p:grpSpPr>
          <a:xfrm>
            <a:off x="5892043" y="3499398"/>
            <a:ext cx="293891" cy="293845"/>
            <a:chOff x="6134814" y="3754290"/>
            <a:chExt cx="293891" cy="293845"/>
          </a:xfrm>
        </p:grpSpPr>
        <p:sp>
          <p:nvSpPr>
            <p:cNvPr id="8812" name="Google Shape;881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59"/>
          <p:cNvGrpSpPr/>
          <p:nvPr/>
        </p:nvGrpSpPr>
        <p:grpSpPr>
          <a:xfrm>
            <a:off x="5892043" y="3878069"/>
            <a:ext cx="293891" cy="293891"/>
            <a:chOff x="6134814" y="4086186"/>
            <a:chExt cx="293891" cy="293891"/>
          </a:xfrm>
        </p:grpSpPr>
        <p:sp>
          <p:nvSpPr>
            <p:cNvPr id="8815" name="Google Shape;881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7" name="Google Shape;8817;p59"/>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9"/>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9" name="Google Shape;8819;p59"/>
          <p:cNvGrpSpPr/>
          <p:nvPr/>
        </p:nvGrpSpPr>
        <p:grpSpPr>
          <a:xfrm>
            <a:off x="7817018" y="2706762"/>
            <a:ext cx="622883" cy="621944"/>
            <a:chOff x="1187048" y="238125"/>
            <a:chExt cx="5256397" cy="5248476"/>
          </a:xfrm>
        </p:grpSpPr>
        <p:sp>
          <p:nvSpPr>
            <p:cNvPr id="8820" name="Google Shape;882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59"/>
          <p:cNvGrpSpPr/>
          <p:nvPr/>
        </p:nvGrpSpPr>
        <p:grpSpPr>
          <a:xfrm>
            <a:off x="2274123" y="2716370"/>
            <a:ext cx="1310987" cy="612407"/>
            <a:chOff x="238125" y="1188750"/>
            <a:chExt cx="7140450" cy="3335550"/>
          </a:xfrm>
        </p:grpSpPr>
        <p:sp>
          <p:nvSpPr>
            <p:cNvPr id="8825" name="Google Shape;882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6599995" y="2706925"/>
            <a:ext cx="1110299" cy="621702"/>
            <a:chOff x="238125" y="1335475"/>
            <a:chExt cx="5418735" cy="3034175"/>
          </a:xfrm>
        </p:grpSpPr>
        <p:sp>
          <p:nvSpPr>
            <p:cNvPr id="8831" name="Google Shape;883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59"/>
          <p:cNvGrpSpPr/>
          <p:nvPr/>
        </p:nvGrpSpPr>
        <p:grpSpPr>
          <a:xfrm>
            <a:off x="5417655" y="2703822"/>
            <a:ext cx="1074451" cy="627181"/>
            <a:chOff x="5359127" y="2910889"/>
            <a:chExt cx="1097723" cy="640831"/>
          </a:xfrm>
        </p:grpSpPr>
        <p:grpSp>
          <p:nvGrpSpPr>
            <p:cNvPr id="8835" name="Google Shape;8835;p59"/>
            <p:cNvGrpSpPr/>
            <p:nvPr/>
          </p:nvGrpSpPr>
          <p:grpSpPr>
            <a:xfrm>
              <a:off x="5929791" y="3263088"/>
              <a:ext cx="527060" cy="287097"/>
              <a:chOff x="5929791" y="3263088"/>
              <a:chExt cx="527060" cy="287097"/>
            </a:xfrm>
          </p:grpSpPr>
          <p:sp>
            <p:nvSpPr>
              <p:cNvPr id="8836" name="Google Shape;8836;p5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37" name="Google Shape;8837;p5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38" name="Google Shape;8838;p59"/>
            <p:cNvGrpSpPr/>
            <p:nvPr/>
          </p:nvGrpSpPr>
          <p:grpSpPr>
            <a:xfrm>
              <a:off x="5359127" y="3263089"/>
              <a:ext cx="526428" cy="288631"/>
              <a:chOff x="5359127" y="3263089"/>
              <a:chExt cx="526428" cy="288631"/>
            </a:xfrm>
          </p:grpSpPr>
          <p:sp>
            <p:nvSpPr>
              <p:cNvPr id="8839" name="Google Shape;8839;p5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40" name="Google Shape;8840;p5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41" name="Google Shape;8841;p59"/>
            <p:cNvGrpSpPr/>
            <p:nvPr/>
          </p:nvGrpSpPr>
          <p:grpSpPr>
            <a:xfrm>
              <a:off x="5551525" y="2910889"/>
              <a:ext cx="520901" cy="610283"/>
              <a:chOff x="5551525" y="2910889"/>
              <a:chExt cx="520901" cy="610283"/>
            </a:xfrm>
          </p:grpSpPr>
          <p:sp>
            <p:nvSpPr>
              <p:cNvPr id="8842" name="Google Shape;8842;p5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43" name="Google Shape;8843;p5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44" name="Google Shape;8844;p59"/>
            <p:cNvGrpSpPr/>
            <p:nvPr/>
          </p:nvGrpSpPr>
          <p:grpSpPr>
            <a:xfrm>
              <a:off x="5743962" y="2919100"/>
              <a:ext cx="623674" cy="284502"/>
              <a:chOff x="5743962" y="2919100"/>
              <a:chExt cx="623674" cy="284502"/>
            </a:xfrm>
          </p:grpSpPr>
          <p:sp>
            <p:nvSpPr>
              <p:cNvPr id="8845" name="Google Shape;8845;p5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46" name="Google Shape;8846;p5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847" name="Google Shape;8847;p59"/>
          <p:cNvGrpSpPr/>
          <p:nvPr/>
        </p:nvGrpSpPr>
        <p:grpSpPr>
          <a:xfrm>
            <a:off x="7568868" y="1854534"/>
            <a:ext cx="874976" cy="719600"/>
            <a:chOff x="7608988" y="2093194"/>
            <a:chExt cx="817276" cy="672147"/>
          </a:xfrm>
        </p:grpSpPr>
        <p:cxnSp>
          <p:nvCxnSpPr>
            <p:cNvPr id="8848" name="Google Shape;884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49" name="Google Shape;884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50" name="Google Shape;885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51" name="Google Shape;885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52" name="Google Shape;885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853" name="Google Shape;885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854" name="Google Shape;8854;p59"/>
            <p:cNvGrpSpPr/>
            <p:nvPr/>
          </p:nvGrpSpPr>
          <p:grpSpPr>
            <a:xfrm>
              <a:off x="7721175" y="2093194"/>
              <a:ext cx="599587" cy="623846"/>
              <a:chOff x="7721175" y="2093194"/>
              <a:chExt cx="599587" cy="623846"/>
            </a:xfrm>
          </p:grpSpPr>
          <p:grpSp>
            <p:nvGrpSpPr>
              <p:cNvPr id="8855" name="Google Shape;8855;p59"/>
              <p:cNvGrpSpPr/>
              <p:nvPr/>
            </p:nvGrpSpPr>
            <p:grpSpPr>
              <a:xfrm>
                <a:off x="7721175" y="2093194"/>
                <a:ext cx="291605" cy="623846"/>
                <a:chOff x="9405575" y="2061418"/>
                <a:chExt cx="291605" cy="623846"/>
              </a:xfrm>
            </p:grpSpPr>
            <p:sp>
              <p:nvSpPr>
                <p:cNvPr id="8856" name="Google Shape;885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flipH="1">
                <a:off x="8029157" y="2093194"/>
                <a:ext cx="291605" cy="623846"/>
                <a:chOff x="9405575" y="2061418"/>
                <a:chExt cx="291605" cy="623846"/>
              </a:xfrm>
            </p:grpSpPr>
            <p:sp>
              <p:nvSpPr>
                <p:cNvPr id="8864" name="Google Shape;886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71" name="Google Shape;8871;p59"/>
          <p:cNvGrpSpPr/>
          <p:nvPr/>
        </p:nvGrpSpPr>
        <p:grpSpPr>
          <a:xfrm>
            <a:off x="4013304" y="970936"/>
            <a:ext cx="712557" cy="785901"/>
            <a:chOff x="4206459" y="1191441"/>
            <a:chExt cx="712557" cy="785901"/>
          </a:xfrm>
        </p:grpSpPr>
        <p:sp>
          <p:nvSpPr>
            <p:cNvPr id="8872" name="Google Shape;887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6" name="Google Shape;8876;p59"/>
            <p:cNvGrpSpPr/>
            <p:nvPr/>
          </p:nvGrpSpPr>
          <p:grpSpPr>
            <a:xfrm>
              <a:off x="4644280" y="1290523"/>
              <a:ext cx="143716" cy="29463"/>
              <a:chOff x="4644280" y="1290523"/>
              <a:chExt cx="143716" cy="29463"/>
            </a:xfrm>
          </p:grpSpPr>
          <p:sp>
            <p:nvSpPr>
              <p:cNvPr id="8877" name="Google Shape;887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59"/>
            <p:cNvGrpSpPr/>
            <p:nvPr/>
          </p:nvGrpSpPr>
          <p:grpSpPr>
            <a:xfrm>
              <a:off x="4356567" y="1191441"/>
              <a:ext cx="143690" cy="29488"/>
              <a:chOff x="4356567" y="1191441"/>
              <a:chExt cx="143690" cy="29488"/>
            </a:xfrm>
          </p:grpSpPr>
          <p:sp>
            <p:nvSpPr>
              <p:cNvPr id="8882" name="Google Shape;888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59"/>
            <p:cNvGrpSpPr/>
            <p:nvPr/>
          </p:nvGrpSpPr>
          <p:grpSpPr>
            <a:xfrm>
              <a:off x="4339009" y="1863727"/>
              <a:ext cx="143703" cy="29476"/>
              <a:chOff x="4339009" y="1863727"/>
              <a:chExt cx="143703" cy="29476"/>
            </a:xfrm>
          </p:grpSpPr>
          <p:sp>
            <p:nvSpPr>
              <p:cNvPr id="8887" name="Google Shape;888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59"/>
            <p:cNvGrpSpPr/>
            <p:nvPr/>
          </p:nvGrpSpPr>
          <p:grpSpPr>
            <a:xfrm>
              <a:off x="4206459" y="1607315"/>
              <a:ext cx="29539" cy="142899"/>
              <a:chOff x="4206459" y="1607315"/>
              <a:chExt cx="29539" cy="142899"/>
            </a:xfrm>
          </p:grpSpPr>
          <p:sp>
            <p:nvSpPr>
              <p:cNvPr id="8892" name="Google Shape;889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6" name="Google Shape;889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0" name="Google Shape;8900;p59"/>
            <p:cNvGrpSpPr/>
            <p:nvPr/>
          </p:nvGrpSpPr>
          <p:grpSpPr>
            <a:xfrm>
              <a:off x="4889463" y="1423737"/>
              <a:ext cx="29552" cy="142899"/>
              <a:chOff x="4889463" y="1423737"/>
              <a:chExt cx="29552" cy="142899"/>
            </a:xfrm>
          </p:grpSpPr>
          <p:sp>
            <p:nvSpPr>
              <p:cNvPr id="8901" name="Google Shape;890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5" name="Google Shape;8905;p59"/>
            <p:cNvGrpSpPr/>
            <p:nvPr/>
          </p:nvGrpSpPr>
          <p:grpSpPr>
            <a:xfrm>
              <a:off x="4771663" y="1876896"/>
              <a:ext cx="108651" cy="100447"/>
              <a:chOff x="4771663" y="1876896"/>
              <a:chExt cx="108651" cy="100447"/>
            </a:xfrm>
          </p:grpSpPr>
          <p:sp>
            <p:nvSpPr>
              <p:cNvPr id="8906" name="Google Shape;890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0" name="Google Shape;8910;p59"/>
          <p:cNvGrpSpPr/>
          <p:nvPr/>
        </p:nvGrpSpPr>
        <p:grpSpPr>
          <a:xfrm>
            <a:off x="4008780" y="1854159"/>
            <a:ext cx="791287" cy="720350"/>
            <a:chOff x="267375" y="1071875"/>
            <a:chExt cx="470500" cy="428550"/>
          </a:xfrm>
        </p:grpSpPr>
        <p:sp>
          <p:nvSpPr>
            <p:cNvPr id="8911" name="Google Shape;891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59"/>
          <p:cNvGrpSpPr/>
          <p:nvPr/>
        </p:nvGrpSpPr>
        <p:grpSpPr>
          <a:xfrm>
            <a:off x="709275" y="3498789"/>
            <a:ext cx="1408444" cy="673166"/>
            <a:chOff x="712664" y="3693287"/>
            <a:chExt cx="1460738" cy="698160"/>
          </a:xfrm>
        </p:grpSpPr>
        <p:grpSp>
          <p:nvGrpSpPr>
            <p:cNvPr id="8920" name="Google Shape;8920;p59"/>
            <p:cNvGrpSpPr/>
            <p:nvPr/>
          </p:nvGrpSpPr>
          <p:grpSpPr>
            <a:xfrm>
              <a:off x="1380079" y="4133090"/>
              <a:ext cx="234048" cy="258099"/>
              <a:chOff x="1380079" y="4133090"/>
              <a:chExt cx="234048" cy="258099"/>
            </a:xfrm>
          </p:grpSpPr>
          <p:sp>
            <p:nvSpPr>
              <p:cNvPr id="8921" name="Google Shape;892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4" name="Google Shape;8924;p59"/>
            <p:cNvGrpSpPr/>
            <p:nvPr/>
          </p:nvGrpSpPr>
          <p:grpSpPr>
            <a:xfrm>
              <a:off x="884610" y="3864082"/>
              <a:ext cx="1118566" cy="527275"/>
              <a:chOff x="890961" y="3865463"/>
              <a:chExt cx="1115221" cy="525698"/>
            </a:xfrm>
          </p:grpSpPr>
          <p:sp>
            <p:nvSpPr>
              <p:cNvPr id="8925" name="Google Shape;8925;p5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59"/>
            <p:cNvGrpSpPr/>
            <p:nvPr/>
          </p:nvGrpSpPr>
          <p:grpSpPr>
            <a:xfrm>
              <a:off x="712664" y="3693287"/>
              <a:ext cx="1460738" cy="698160"/>
              <a:chOff x="712664" y="3693025"/>
              <a:chExt cx="1460738" cy="698160"/>
            </a:xfrm>
          </p:grpSpPr>
          <p:sp>
            <p:nvSpPr>
              <p:cNvPr id="8929" name="Google Shape;892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35" name="Google Shape;8935;p59"/>
          <p:cNvGrpSpPr/>
          <p:nvPr/>
        </p:nvGrpSpPr>
        <p:grpSpPr>
          <a:xfrm>
            <a:off x="3146990" y="970936"/>
            <a:ext cx="795485" cy="738831"/>
            <a:chOff x="3348603" y="1236445"/>
            <a:chExt cx="749256" cy="695894"/>
          </a:xfrm>
        </p:grpSpPr>
        <p:grpSp>
          <p:nvGrpSpPr>
            <p:cNvPr id="8936" name="Google Shape;8936;p59"/>
            <p:cNvGrpSpPr/>
            <p:nvPr/>
          </p:nvGrpSpPr>
          <p:grpSpPr>
            <a:xfrm>
              <a:off x="3583779" y="1236445"/>
              <a:ext cx="293795" cy="285811"/>
              <a:chOff x="3750225" y="1774000"/>
              <a:chExt cx="149575" cy="145525"/>
            </a:xfrm>
          </p:grpSpPr>
          <p:sp>
            <p:nvSpPr>
              <p:cNvPr id="8937" name="Google Shape;893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59"/>
            <p:cNvGrpSpPr/>
            <p:nvPr/>
          </p:nvGrpSpPr>
          <p:grpSpPr>
            <a:xfrm>
              <a:off x="3775534" y="1462599"/>
              <a:ext cx="322325" cy="285958"/>
              <a:chOff x="3847850" y="1889150"/>
              <a:chExt cx="164100" cy="145600"/>
            </a:xfrm>
          </p:grpSpPr>
          <p:sp>
            <p:nvSpPr>
              <p:cNvPr id="8940" name="Google Shape;894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59"/>
            <p:cNvGrpSpPr/>
            <p:nvPr/>
          </p:nvGrpSpPr>
          <p:grpSpPr>
            <a:xfrm>
              <a:off x="3545329" y="1646528"/>
              <a:ext cx="293746" cy="285811"/>
              <a:chOff x="3730650" y="1982800"/>
              <a:chExt cx="149550" cy="145525"/>
            </a:xfrm>
          </p:grpSpPr>
          <p:sp>
            <p:nvSpPr>
              <p:cNvPr id="8943" name="Google Shape;894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5" name="Google Shape;8945;p59"/>
            <p:cNvGrpSpPr/>
            <p:nvPr/>
          </p:nvGrpSpPr>
          <p:grpSpPr>
            <a:xfrm>
              <a:off x="3348603" y="1415046"/>
              <a:ext cx="294384" cy="284387"/>
              <a:chOff x="3630494" y="1864938"/>
              <a:chExt cx="149875" cy="144800"/>
            </a:xfrm>
          </p:grpSpPr>
          <p:sp>
            <p:nvSpPr>
              <p:cNvPr id="8946" name="Google Shape;894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48" name="Google Shape;8948;p59"/>
          <p:cNvGrpSpPr/>
          <p:nvPr/>
        </p:nvGrpSpPr>
        <p:grpSpPr>
          <a:xfrm>
            <a:off x="2268517" y="3493832"/>
            <a:ext cx="1324924" cy="678083"/>
            <a:chOff x="2413923" y="3711366"/>
            <a:chExt cx="1374117" cy="703260"/>
          </a:xfrm>
        </p:grpSpPr>
        <p:grpSp>
          <p:nvGrpSpPr>
            <p:cNvPr id="8949" name="Google Shape;8949;p59"/>
            <p:cNvGrpSpPr/>
            <p:nvPr/>
          </p:nvGrpSpPr>
          <p:grpSpPr>
            <a:xfrm>
              <a:off x="2413923" y="3711366"/>
              <a:ext cx="1374117" cy="703260"/>
              <a:chOff x="2413923" y="3711366"/>
              <a:chExt cx="1374117" cy="703260"/>
            </a:xfrm>
          </p:grpSpPr>
          <p:sp>
            <p:nvSpPr>
              <p:cNvPr id="8950" name="Google Shape;8950;p5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1" name="Google Shape;8951;p59"/>
              <p:cNvGrpSpPr/>
              <p:nvPr/>
            </p:nvGrpSpPr>
            <p:grpSpPr>
              <a:xfrm>
                <a:off x="2600284" y="3808654"/>
                <a:ext cx="234506" cy="138009"/>
                <a:chOff x="2600284" y="3808654"/>
                <a:chExt cx="234506" cy="138009"/>
              </a:xfrm>
            </p:grpSpPr>
            <p:sp>
              <p:nvSpPr>
                <p:cNvPr id="8952" name="Google Shape;8952;p59"/>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3" name="Google Shape;895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54" name="Google Shape;8954;p59"/>
              <p:cNvGrpSpPr/>
              <p:nvPr/>
            </p:nvGrpSpPr>
            <p:grpSpPr>
              <a:xfrm>
                <a:off x="3359659" y="3805664"/>
                <a:ext cx="232294" cy="141000"/>
                <a:chOff x="3359659" y="3805664"/>
                <a:chExt cx="232294" cy="141000"/>
              </a:xfrm>
            </p:grpSpPr>
            <p:sp>
              <p:nvSpPr>
                <p:cNvPr id="8955" name="Google Shape;8955;p59"/>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6" name="Google Shape;895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57" name="Google Shape;8957;p59"/>
              <p:cNvGrpSpPr/>
              <p:nvPr/>
            </p:nvGrpSpPr>
            <p:grpSpPr>
              <a:xfrm>
                <a:off x="3067316" y="3711366"/>
                <a:ext cx="66900" cy="166809"/>
                <a:chOff x="3067316" y="3711366"/>
                <a:chExt cx="66900" cy="166809"/>
              </a:xfrm>
            </p:grpSpPr>
            <p:sp>
              <p:nvSpPr>
                <p:cNvPr id="8958" name="Google Shape;8958;p59"/>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9" name="Google Shape;895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60" name="Google Shape;8960;p59"/>
              <p:cNvGrpSpPr/>
              <p:nvPr/>
            </p:nvGrpSpPr>
            <p:grpSpPr>
              <a:xfrm>
                <a:off x="2413923" y="4058666"/>
                <a:ext cx="224119" cy="66900"/>
                <a:chOff x="2413923" y="4058666"/>
                <a:chExt cx="224119" cy="66900"/>
              </a:xfrm>
            </p:grpSpPr>
            <p:sp>
              <p:nvSpPr>
                <p:cNvPr id="8961" name="Google Shape;8961;p59"/>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2" name="Google Shape;896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63" name="Google Shape;8963;p59"/>
              <p:cNvGrpSpPr/>
              <p:nvPr/>
            </p:nvGrpSpPr>
            <p:grpSpPr>
              <a:xfrm>
                <a:off x="3564643" y="4058666"/>
                <a:ext cx="223397" cy="66900"/>
                <a:chOff x="3564643" y="4058666"/>
                <a:chExt cx="223397" cy="66900"/>
              </a:xfrm>
            </p:grpSpPr>
            <p:sp>
              <p:nvSpPr>
                <p:cNvPr id="8964" name="Google Shape;8964;p59"/>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5" name="Google Shape;896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966" name="Google Shape;8966;p59"/>
            <p:cNvGrpSpPr/>
            <p:nvPr/>
          </p:nvGrpSpPr>
          <p:grpSpPr>
            <a:xfrm>
              <a:off x="2633353" y="3965763"/>
              <a:ext cx="933975" cy="445687"/>
              <a:chOff x="2633353" y="3965763"/>
              <a:chExt cx="933975" cy="445687"/>
            </a:xfrm>
          </p:grpSpPr>
          <p:sp>
            <p:nvSpPr>
              <p:cNvPr id="8967" name="Google Shape;8967;p5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9" name="Google Shape;8969;p59"/>
          <p:cNvGrpSpPr/>
          <p:nvPr/>
        </p:nvGrpSpPr>
        <p:grpSpPr>
          <a:xfrm>
            <a:off x="6392789" y="1044380"/>
            <a:ext cx="1131087" cy="587383"/>
            <a:chOff x="238125" y="999450"/>
            <a:chExt cx="7140700" cy="3708225"/>
          </a:xfrm>
        </p:grpSpPr>
        <p:sp>
          <p:nvSpPr>
            <p:cNvPr id="8970" name="Google Shape;897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59"/>
          <p:cNvGrpSpPr/>
          <p:nvPr/>
        </p:nvGrpSpPr>
        <p:grpSpPr>
          <a:xfrm>
            <a:off x="3744240" y="3493874"/>
            <a:ext cx="1375854" cy="678131"/>
            <a:chOff x="3913765" y="3641905"/>
            <a:chExt cx="1522805" cy="750560"/>
          </a:xfrm>
        </p:grpSpPr>
        <p:grpSp>
          <p:nvGrpSpPr>
            <p:cNvPr id="8980" name="Google Shape;8980;p59"/>
            <p:cNvGrpSpPr/>
            <p:nvPr/>
          </p:nvGrpSpPr>
          <p:grpSpPr>
            <a:xfrm>
              <a:off x="3913765" y="3997002"/>
              <a:ext cx="1522805" cy="395463"/>
              <a:chOff x="3913765" y="3997002"/>
              <a:chExt cx="1522805" cy="395463"/>
            </a:xfrm>
          </p:grpSpPr>
          <p:grpSp>
            <p:nvGrpSpPr>
              <p:cNvPr id="8981" name="Google Shape;8981;p59"/>
              <p:cNvGrpSpPr/>
              <p:nvPr/>
            </p:nvGrpSpPr>
            <p:grpSpPr>
              <a:xfrm>
                <a:off x="3913765" y="4138659"/>
                <a:ext cx="507602" cy="253806"/>
                <a:chOff x="3913765" y="4138659"/>
                <a:chExt cx="507602" cy="253806"/>
              </a:xfrm>
            </p:grpSpPr>
            <p:sp>
              <p:nvSpPr>
                <p:cNvPr id="8982" name="Google Shape;898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s-419"/>
                    <a:t>     </a:t>
                  </a:r>
                  <a:endParaRPr/>
                </a:p>
              </p:txBody>
            </p:sp>
          </p:grpSp>
          <p:grpSp>
            <p:nvGrpSpPr>
              <p:cNvPr id="8984" name="Google Shape;8984;p59"/>
              <p:cNvGrpSpPr/>
              <p:nvPr/>
            </p:nvGrpSpPr>
            <p:grpSpPr>
              <a:xfrm>
                <a:off x="4421361" y="3997002"/>
                <a:ext cx="507618" cy="395463"/>
                <a:chOff x="4421361" y="3997002"/>
                <a:chExt cx="507618" cy="395463"/>
              </a:xfrm>
            </p:grpSpPr>
            <p:sp>
              <p:nvSpPr>
                <p:cNvPr id="8985" name="Google Shape;898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59"/>
              <p:cNvGrpSpPr/>
              <p:nvPr/>
            </p:nvGrpSpPr>
            <p:grpSpPr>
              <a:xfrm>
                <a:off x="4928973" y="4189418"/>
                <a:ext cx="507596" cy="203047"/>
                <a:chOff x="4928973" y="4189418"/>
                <a:chExt cx="507596" cy="203047"/>
              </a:xfrm>
            </p:grpSpPr>
            <p:sp>
              <p:nvSpPr>
                <p:cNvPr id="8988" name="Google Shape;898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0" name="Google Shape;8990;p59"/>
            <p:cNvGrpSpPr/>
            <p:nvPr/>
          </p:nvGrpSpPr>
          <p:grpSpPr>
            <a:xfrm>
              <a:off x="4482186" y="3641905"/>
              <a:ext cx="397605" cy="349784"/>
              <a:chOff x="2906375" y="1159725"/>
              <a:chExt cx="1860575" cy="1636800"/>
            </a:xfrm>
          </p:grpSpPr>
          <p:sp>
            <p:nvSpPr>
              <p:cNvPr id="8991" name="Google Shape;899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5" name="Google Shape;8995;p59"/>
          <p:cNvGrpSpPr/>
          <p:nvPr/>
        </p:nvGrpSpPr>
        <p:grpSpPr>
          <a:xfrm>
            <a:off x="6528949" y="1853801"/>
            <a:ext cx="940737" cy="721067"/>
            <a:chOff x="6599718" y="2068734"/>
            <a:chExt cx="940737" cy="721067"/>
          </a:xfrm>
        </p:grpSpPr>
        <p:sp>
          <p:nvSpPr>
            <p:cNvPr id="8996" name="Google Shape;899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2" name="Google Shape;9002;p59"/>
            <p:cNvGrpSpPr/>
            <p:nvPr/>
          </p:nvGrpSpPr>
          <p:grpSpPr>
            <a:xfrm>
              <a:off x="6836957" y="2068734"/>
              <a:ext cx="461892" cy="721067"/>
              <a:chOff x="6836957" y="2068734"/>
              <a:chExt cx="461892" cy="721067"/>
            </a:xfrm>
          </p:grpSpPr>
          <p:sp>
            <p:nvSpPr>
              <p:cNvPr id="9003" name="Google Shape;900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9" name="Google Shape;9009;p59"/>
              <p:cNvGrpSpPr/>
              <p:nvPr/>
            </p:nvGrpSpPr>
            <p:grpSpPr>
              <a:xfrm>
                <a:off x="6836957" y="2068734"/>
                <a:ext cx="461892" cy="721067"/>
                <a:chOff x="6836957" y="2068734"/>
                <a:chExt cx="461892" cy="721067"/>
              </a:xfrm>
            </p:grpSpPr>
            <p:sp>
              <p:nvSpPr>
                <p:cNvPr id="9010" name="Google Shape;901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017" name="Google Shape;9017;p59"/>
          <p:cNvGrpSpPr/>
          <p:nvPr/>
        </p:nvGrpSpPr>
        <p:grpSpPr>
          <a:xfrm>
            <a:off x="2412267" y="1858147"/>
            <a:ext cx="712577" cy="712374"/>
            <a:chOff x="2559249" y="2069323"/>
            <a:chExt cx="685566" cy="685634"/>
          </a:xfrm>
        </p:grpSpPr>
        <p:sp>
          <p:nvSpPr>
            <p:cNvPr id="9018" name="Google Shape;901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59"/>
          <p:cNvGrpSpPr/>
          <p:nvPr/>
        </p:nvGrpSpPr>
        <p:grpSpPr>
          <a:xfrm>
            <a:off x="7594705" y="970936"/>
            <a:ext cx="845645" cy="711911"/>
            <a:chOff x="951975" y="315800"/>
            <a:chExt cx="5860325" cy="4933550"/>
          </a:xfrm>
        </p:grpSpPr>
        <p:sp>
          <p:nvSpPr>
            <p:cNvPr id="9032" name="Google Shape;903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59"/>
          <p:cNvGrpSpPr/>
          <p:nvPr/>
        </p:nvGrpSpPr>
        <p:grpSpPr>
          <a:xfrm>
            <a:off x="3691834" y="2707045"/>
            <a:ext cx="1617932" cy="621724"/>
            <a:chOff x="3862800" y="3038525"/>
            <a:chExt cx="1329006" cy="510698"/>
          </a:xfrm>
        </p:grpSpPr>
        <p:sp>
          <p:nvSpPr>
            <p:cNvPr id="9041" name="Google Shape;904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3" name="Google Shape;9043;p59"/>
            <p:cNvGrpSpPr/>
            <p:nvPr/>
          </p:nvGrpSpPr>
          <p:grpSpPr>
            <a:xfrm>
              <a:off x="3967075" y="3040337"/>
              <a:ext cx="1019927" cy="402126"/>
              <a:chOff x="3967075" y="3040337"/>
              <a:chExt cx="1019927" cy="402126"/>
            </a:xfrm>
          </p:grpSpPr>
          <p:sp>
            <p:nvSpPr>
              <p:cNvPr id="9044" name="Google Shape;904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59"/>
            <p:cNvGrpSpPr/>
            <p:nvPr/>
          </p:nvGrpSpPr>
          <p:grpSpPr>
            <a:xfrm>
              <a:off x="4186700" y="3040337"/>
              <a:ext cx="390475" cy="183289"/>
              <a:chOff x="4186700" y="3040337"/>
              <a:chExt cx="390475" cy="183289"/>
            </a:xfrm>
          </p:grpSpPr>
          <p:sp>
            <p:nvSpPr>
              <p:cNvPr id="9047" name="Google Shape;904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59"/>
            <p:cNvGrpSpPr/>
            <p:nvPr/>
          </p:nvGrpSpPr>
          <p:grpSpPr>
            <a:xfrm>
              <a:off x="4073727" y="3040337"/>
              <a:ext cx="697794" cy="296263"/>
              <a:chOff x="4073727" y="3040337"/>
              <a:chExt cx="697794" cy="296263"/>
            </a:xfrm>
          </p:grpSpPr>
          <p:sp>
            <p:nvSpPr>
              <p:cNvPr id="9050" name="Google Shape;905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59"/>
            <p:cNvGrpSpPr/>
            <p:nvPr/>
          </p:nvGrpSpPr>
          <p:grpSpPr>
            <a:xfrm>
              <a:off x="3862800" y="3038525"/>
              <a:ext cx="1329006" cy="510698"/>
              <a:chOff x="3862800" y="3038525"/>
              <a:chExt cx="1329006" cy="510698"/>
            </a:xfrm>
          </p:grpSpPr>
          <p:sp>
            <p:nvSpPr>
              <p:cNvPr id="9053" name="Google Shape;9053;p5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55" name="Google Shape;9055;p59"/>
          <p:cNvGrpSpPr/>
          <p:nvPr/>
        </p:nvGrpSpPr>
        <p:grpSpPr>
          <a:xfrm>
            <a:off x="700156" y="970936"/>
            <a:ext cx="883205" cy="775176"/>
            <a:chOff x="649648" y="271400"/>
            <a:chExt cx="6215377" cy="5455143"/>
          </a:xfrm>
        </p:grpSpPr>
        <p:sp>
          <p:nvSpPr>
            <p:cNvPr id="9056" name="Google Shape;905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59"/>
          <p:cNvGrpSpPr/>
          <p:nvPr/>
        </p:nvGrpSpPr>
        <p:grpSpPr>
          <a:xfrm>
            <a:off x="2308457" y="970936"/>
            <a:ext cx="767704" cy="815489"/>
            <a:chOff x="2499700" y="1135950"/>
            <a:chExt cx="732402" cy="777990"/>
          </a:xfrm>
        </p:grpSpPr>
        <p:grpSp>
          <p:nvGrpSpPr>
            <p:cNvPr id="9069" name="Google Shape;9069;p59"/>
            <p:cNvGrpSpPr/>
            <p:nvPr/>
          </p:nvGrpSpPr>
          <p:grpSpPr>
            <a:xfrm>
              <a:off x="2499700" y="1135950"/>
              <a:ext cx="732402" cy="694705"/>
              <a:chOff x="2499700" y="1135950"/>
              <a:chExt cx="732402" cy="694705"/>
            </a:xfrm>
          </p:grpSpPr>
          <p:sp>
            <p:nvSpPr>
              <p:cNvPr id="9070" name="Google Shape;907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59"/>
            <p:cNvGrpSpPr/>
            <p:nvPr/>
          </p:nvGrpSpPr>
          <p:grpSpPr>
            <a:xfrm>
              <a:off x="2517909" y="1188726"/>
              <a:ext cx="702702" cy="725214"/>
              <a:chOff x="2517909" y="1188726"/>
              <a:chExt cx="702702" cy="725214"/>
            </a:xfrm>
          </p:grpSpPr>
          <p:sp>
            <p:nvSpPr>
              <p:cNvPr id="9098" name="Google Shape;909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3" name="Google Shape;9103;p59"/>
          <p:cNvGrpSpPr/>
          <p:nvPr/>
        </p:nvGrpSpPr>
        <p:grpSpPr>
          <a:xfrm>
            <a:off x="1654189" y="970936"/>
            <a:ext cx="583439" cy="870229"/>
            <a:chOff x="1716825" y="1121550"/>
            <a:chExt cx="622800" cy="928938"/>
          </a:xfrm>
        </p:grpSpPr>
        <p:grpSp>
          <p:nvGrpSpPr>
            <p:cNvPr id="9104" name="Google Shape;9104;p59"/>
            <p:cNvGrpSpPr/>
            <p:nvPr/>
          </p:nvGrpSpPr>
          <p:grpSpPr>
            <a:xfrm>
              <a:off x="1716825" y="1121550"/>
              <a:ext cx="622800" cy="928938"/>
              <a:chOff x="1716825" y="1121550"/>
              <a:chExt cx="622800" cy="928938"/>
            </a:xfrm>
          </p:grpSpPr>
          <p:cxnSp>
            <p:nvCxnSpPr>
              <p:cNvPr id="9105" name="Google Shape;910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106" name="Google Shape;910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59"/>
            <p:cNvGrpSpPr/>
            <p:nvPr/>
          </p:nvGrpSpPr>
          <p:grpSpPr>
            <a:xfrm>
              <a:off x="1768050" y="1172775"/>
              <a:ext cx="520200" cy="832000"/>
              <a:chOff x="1768050" y="1172775"/>
              <a:chExt cx="520200" cy="832000"/>
            </a:xfrm>
          </p:grpSpPr>
          <p:cxnSp>
            <p:nvCxnSpPr>
              <p:cNvPr id="9108" name="Google Shape;910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109" name="Google Shape;910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59"/>
            <p:cNvGrpSpPr/>
            <p:nvPr/>
          </p:nvGrpSpPr>
          <p:grpSpPr>
            <a:xfrm>
              <a:off x="1820100" y="1225475"/>
              <a:ext cx="416400" cy="729575"/>
              <a:chOff x="1820100" y="1225475"/>
              <a:chExt cx="416400" cy="729575"/>
            </a:xfrm>
          </p:grpSpPr>
          <p:cxnSp>
            <p:nvCxnSpPr>
              <p:cNvPr id="9111" name="Google Shape;911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112" name="Google Shape;911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59"/>
            <p:cNvGrpSpPr/>
            <p:nvPr/>
          </p:nvGrpSpPr>
          <p:grpSpPr>
            <a:xfrm>
              <a:off x="1874250" y="1278825"/>
              <a:ext cx="308100" cy="605275"/>
              <a:chOff x="1874250" y="1278825"/>
              <a:chExt cx="308100" cy="605275"/>
            </a:xfrm>
          </p:grpSpPr>
          <p:cxnSp>
            <p:nvCxnSpPr>
              <p:cNvPr id="9114" name="Google Shape;911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115" name="Google Shape;911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6" name="Google Shape;911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59"/>
          <p:cNvGrpSpPr/>
          <p:nvPr/>
        </p:nvGrpSpPr>
        <p:grpSpPr>
          <a:xfrm>
            <a:off x="1574012" y="1857258"/>
            <a:ext cx="739072" cy="714152"/>
            <a:chOff x="4334725" y="1355875"/>
            <a:chExt cx="3106650" cy="3001900"/>
          </a:xfrm>
        </p:grpSpPr>
        <p:grpSp>
          <p:nvGrpSpPr>
            <p:cNvPr id="9118" name="Google Shape;9118;p59"/>
            <p:cNvGrpSpPr/>
            <p:nvPr/>
          </p:nvGrpSpPr>
          <p:grpSpPr>
            <a:xfrm>
              <a:off x="4516050" y="1724875"/>
              <a:ext cx="2693725" cy="2632900"/>
              <a:chOff x="4516050" y="1724875"/>
              <a:chExt cx="2693725" cy="2632900"/>
            </a:xfrm>
          </p:grpSpPr>
          <p:sp>
            <p:nvSpPr>
              <p:cNvPr id="9119" name="Google Shape;911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59"/>
            <p:cNvGrpSpPr/>
            <p:nvPr/>
          </p:nvGrpSpPr>
          <p:grpSpPr>
            <a:xfrm>
              <a:off x="4334725" y="1355875"/>
              <a:ext cx="3106650" cy="2709650"/>
              <a:chOff x="4334725" y="1355875"/>
              <a:chExt cx="3106650" cy="2709650"/>
            </a:xfrm>
          </p:grpSpPr>
          <p:sp>
            <p:nvSpPr>
              <p:cNvPr id="9123" name="Google Shape;912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26" name="Google Shape;9126;p59"/>
          <p:cNvGrpSpPr/>
          <p:nvPr/>
        </p:nvGrpSpPr>
        <p:grpSpPr>
          <a:xfrm>
            <a:off x="7690961" y="3488029"/>
            <a:ext cx="312074" cy="684173"/>
            <a:chOff x="7645573" y="3754300"/>
            <a:chExt cx="293855" cy="644170"/>
          </a:xfrm>
        </p:grpSpPr>
        <p:sp>
          <p:nvSpPr>
            <p:cNvPr id="9127" name="Google Shape;912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59"/>
          <p:cNvGrpSpPr/>
          <p:nvPr/>
        </p:nvGrpSpPr>
        <p:grpSpPr>
          <a:xfrm>
            <a:off x="5612949" y="970936"/>
            <a:ext cx="709011" cy="739359"/>
            <a:chOff x="5830645" y="1256617"/>
            <a:chExt cx="530340" cy="553040"/>
          </a:xfrm>
        </p:grpSpPr>
        <p:grpSp>
          <p:nvGrpSpPr>
            <p:cNvPr id="9130" name="Google Shape;9130;p59"/>
            <p:cNvGrpSpPr/>
            <p:nvPr/>
          </p:nvGrpSpPr>
          <p:grpSpPr>
            <a:xfrm>
              <a:off x="5830645" y="1256617"/>
              <a:ext cx="259743" cy="269909"/>
              <a:chOff x="5830645" y="1256617"/>
              <a:chExt cx="259743" cy="269909"/>
            </a:xfrm>
          </p:grpSpPr>
          <p:sp>
            <p:nvSpPr>
              <p:cNvPr id="9131" name="Google Shape;913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59"/>
            <p:cNvGrpSpPr/>
            <p:nvPr/>
          </p:nvGrpSpPr>
          <p:grpSpPr>
            <a:xfrm>
              <a:off x="6101293" y="1256617"/>
              <a:ext cx="259692" cy="269909"/>
              <a:chOff x="6101293" y="1256617"/>
              <a:chExt cx="259692" cy="269909"/>
            </a:xfrm>
          </p:grpSpPr>
          <p:sp>
            <p:nvSpPr>
              <p:cNvPr id="9134" name="Google Shape;913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59"/>
            <p:cNvGrpSpPr/>
            <p:nvPr/>
          </p:nvGrpSpPr>
          <p:grpSpPr>
            <a:xfrm>
              <a:off x="5830645" y="1539749"/>
              <a:ext cx="259692" cy="269909"/>
              <a:chOff x="5830645" y="1539749"/>
              <a:chExt cx="259692" cy="269909"/>
            </a:xfrm>
          </p:grpSpPr>
          <p:sp>
            <p:nvSpPr>
              <p:cNvPr id="9137" name="Google Shape;913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59"/>
            <p:cNvGrpSpPr/>
            <p:nvPr/>
          </p:nvGrpSpPr>
          <p:grpSpPr>
            <a:xfrm>
              <a:off x="6101293" y="1539749"/>
              <a:ext cx="259692" cy="269909"/>
              <a:chOff x="6101293" y="1539749"/>
              <a:chExt cx="259692" cy="269909"/>
            </a:xfrm>
          </p:grpSpPr>
          <p:sp>
            <p:nvSpPr>
              <p:cNvPr id="9140" name="Google Shape;914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2" name="Google Shape;914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59"/>
          <p:cNvGrpSpPr/>
          <p:nvPr/>
        </p:nvGrpSpPr>
        <p:grpSpPr>
          <a:xfrm>
            <a:off x="714444" y="2707052"/>
            <a:ext cx="1452955" cy="621360"/>
            <a:chOff x="732422" y="2990152"/>
            <a:chExt cx="1337773" cy="572102"/>
          </a:xfrm>
        </p:grpSpPr>
        <p:sp>
          <p:nvSpPr>
            <p:cNvPr id="9144" name="Google Shape;914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153"/>
        <p:cNvGrpSpPr/>
        <p:nvPr/>
      </p:nvGrpSpPr>
      <p:grpSpPr>
        <a:xfrm>
          <a:off x="0" y="0"/>
          <a:ext cx="0" cy="0"/>
          <a:chOff x="0" y="0"/>
          <a:chExt cx="0" cy="0"/>
        </a:xfrm>
      </p:grpSpPr>
      <p:grpSp>
        <p:nvGrpSpPr>
          <p:cNvPr id="9154" name="Google Shape;9154;p60"/>
          <p:cNvGrpSpPr/>
          <p:nvPr/>
        </p:nvGrpSpPr>
        <p:grpSpPr>
          <a:xfrm>
            <a:off x="708579" y="965872"/>
            <a:ext cx="1636117" cy="1526144"/>
            <a:chOff x="729238" y="1179665"/>
            <a:chExt cx="1636117" cy="1526144"/>
          </a:xfrm>
        </p:grpSpPr>
        <p:grpSp>
          <p:nvGrpSpPr>
            <p:cNvPr id="9155" name="Google Shape;9155;p60"/>
            <p:cNvGrpSpPr/>
            <p:nvPr/>
          </p:nvGrpSpPr>
          <p:grpSpPr>
            <a:xfrm>
              <a:off x="729238" y="1179665"/>
              <a:ext cx="80700" cy="1526144"/>
              <a:chOff x="729238" y="1179665"/>
              <a:chExt cx="80700" cy="1526144"/>
            </a:xfrm>
          </p:grpSpPr>
          <p:sp>
            <p:nvSpPr>
              <p:cNvPr id="9156" name="Google Shape;9156;p6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60"/>
            <p:cNvGrpSpPr/>
            <p:nvPr/>
          </p:nvGrpSpPr>
          <p:grpSpPr>
            <a:xfrm>
              <a:off x="903098" y="1179665"/>
              <a:ext cx="80700" cy="1526144"/>
              <a:chOff x="903098" y="1179665"/>
              <a:chExt cx="80700" cy="1526144"/>
            </a:xfrm>
          </p:grpSpPr>
          <p:sp>
            <p:nvSpPr>
              <p:cNvPr id="9167" name="Google Shape;9167;p6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60"/>
            <p:cNvGrpSpPr/>
            <p:nvPr/>
          </p:nvGrpSpPr>
          <p:grpSpPr>
            <a:xfrm>
              <a:off x="1076958" y="1179665"/>
              <a:ext cx="80700" cy="1526144"/>
              <a:chOff x="1076958" y="1179665"/>
              <a:chExt cx="80700" cy="1526144"/>
            </a:xfrm>
          </p:grpSpPr>
          <p:sp>
            <p:nvSpPr>
              <p:cNvPr id="9178" name="Google Shape;9178;p6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60"/>
            <p:cNvGrpSpPr/>
            <p:nvPr/>
          </p:nvGrpSpPr>
          <p:grpSpPr>
            <a:xfrm>
              <a:off x="1247707" y="1179665"/>
              <a:ext cx="80700" cy="1526144"/>
              <a:chOff x="1247707" y="1179665"/>
              <a:chExt cx="80700" cy="1526144"/>
            </a:xfrm>
          </p:grpSpPr>
          <p:sp>
            <p:nvSpPr>
              <p:cNvPr id="9189" name="Google Shape;9189;p6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60"/>
            <p:cNvGrpSpPr/>
            <p:nvPr/>
          </p:nvGrpSpPr>
          <p:grpSpPr>
            <a:xfrm>
              <a:off x="1421567" y="1179665"/>
              <a:ext cx="80700" cy="1526144"/>
              <a:chOff x="1421567" y="1179665"/>
              <a:chExt cx="80700" cy="1526144"/>
            </a:xfrm>
          </p:grpSpPr>
          <p:sp>
            <p:nvSpPr>
              <p:cNvPr id="9200" name="Google Shape;9200;p6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1592327" y="1179665"/>
              <a:ext cx="80700" cy="1526144"/>
              <a:chOff x="1592327" y="1179665"/>
              <a:chExt cx="80700" cy="1526144"/>
            </a:xfrm>
          </p:grpSpPr>
          <p:sp>
            <p:nvSpPr>
              <p:cNvPr id="9211" name="Google Shape;9211;p6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60"/>
            <p:cNvGrpSpPr/>
            <p:nvPr/>
          </p:nvGrpSpPr>
          <p:grpSpPr>
            <a:xfrm>
              <a:off x="1766187" y="1179665"/>
              <a:ext cx="80700" cy="1526144"/>
              <a:chOff x="1766187" y="1179665"/>
              <a:chExt cx="80700" cy="1526144"/>
            </a:xfrm>
          </p:grpSpPr>
          <p:sp>
            <p:nvSpPr>
              <p:cNvPr id="9222" name="Google Shape;9222;p6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2" name="Google Shape;9232;p60"/>
            <p:cNvGrpSpPr/>
            <p:nvPr/>
          </p:nvGrpSpPr>
          <p:grpSpPr>
            <a:xfrm>
              <a:off x="1936935" y="1179665"/>
              <a:ext cx="80700" cy="1526144"/>
              <a:chOff x="1936935" y="1179665"/>
              <a:chExt cx="80700" cy="1526144"/>
            </a:xfrm>
          </p:grpSpPr>
          <p:sp>
            <p:nvSpPr>
              <p:cNvPr id="9233" name="Google Shape;9233;p6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60"/>
            <p:cNvGrpSpPr/>
            <p:nvPr/>
          </p:nvGrpSpPr>
          <p:grpSpPr>
            <a:xfrm>
              <a:off x="2110795" y="1179665"/>
              <a:ext cx="80700" cy="1526144"/>
              <a:chOff x="2110795" y="1179665"/>
              <a:chExt cx="80700" cy="1526144"/>
            </a:xfrm>
          </p:grpSpPr>
          <p:sp>
            <p:nvSpPr>
              <p:cNvPr id="9244" name="Google Shape;9244;p6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60"/>
            <p:cNvGrpSpPr/>
            <p:nvPr/>
          </p:nvGrpSpPr>
          <p:grpSpPr>
            <a:xfrm>
              <a:off x="2284655" y="1179665"/>
              <a:ext cx="80700" cy="1526144"/>
              <a:chOff x="2284655" y="1179665"/>
              <a:chExt cx="80700" cy="1526144"/>
            </a:xfrm>
          </p:grpSpPr>
          <p:sp>
            <p:nvSpPr>
              <p:cNvPr id="9255" name="Google Shape;9255;p6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65" name="Google Shape;9265;p60"/>
          <p:cNvGrpSpPr/>
          <p:nvPr/>
        </p:nvGrpSpPr>
        <p:grpSpPr>
          <a:xfrm>
            <a:off x="2603245" y="985011"/>
            <a:ext cx="1364248" cy="1102133"/>
            <a:chOff x="2623904" y="1198803"/>
            <a:chExt cx="1364248" cy="1102133"/>
          </a:xfrm>
        </p:grpSpPr>
        <p:grpSp>
          <p:nvGrpSpPr>
            <p:cNvPr id="9266" name="Google Shape;9266;p60"/>
            <p:cNvGrpSpPr/>
            <p:nvPr/>
          </p:nvGrpSpPr>
          <p:grpSpPr>
            <a:xfrm>
              <a:off x="2623907" y="1198803"/>
              <a:ext cx="1364245" cy="273000"/>
              <a:chOff x="2623907" y="1198803"/>
              <a:chExt cx="1364245" cy="273000"/>
            </a:xfrm>
          </p:grpSpPr>
          <p:sp>
            <p:nvSpPr>
              <p:cNvPr id="9267" name="Google Shape;9267;p6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60"/>
            <p:cNvGrpSpPr/>
            <p:nvPr/>
          </p:nvGrpSpPr>
          <p:grpSpPr>
            <a:xfrm>
              <a:off x="2623904" y="1476964"/>
              <a:ext cx="1364245" cy="273000"/>
              <a:chOff x="2623904" y="1476964"/>
              <a:chExt cx="1364245" cy="273000"/>
            </a:xfrm>
          </p:grpSpPr>
          <p:sp>
            <p:nvSpPr>
              <p:cNvPr id="9273" name="Google Shape;9273;p6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60"/>
            <p:cNvGrpSpPr/>
            <p:nvPr/>
          </p:nvGrpSpPr>
          <p:grpSpPr>
            <a:xfrm>
              <a:off x="2623907" y="1749775"/>
              <a:ext cx="1364245" cy="273000"/>
              <a:chOff x="2623907" y="1749775"/>
              <a:chExt cx="1364245" cy="273000"/>
            </a:xfrm>
          </p:grpSpPr>
          <p:sp>
            <p:nvSpPr>
              <p:cNvPr id="9279" name="Google Shape;9279;p6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60"/>
            <p:cNvGrpSpPr/>
            <p:nvPr/>
          </p:nvGrpSpPr>
          <p:grpSpPr>
            <a:xfrm>
              <a:off x="2623904" y="2027936"/>
              <a:ext cx="1364245" cy="273000"/>
              <a:chOff x="2623904" y="2027936"/>
              <a:chExt cx="1364245" cy="273000"/>
            </a:xfrm>
          </p:grpSpPr>
          <p:sp>
            <p:nvSpPr>
              <p:cNvPr id="9285" name="Google Shape;9285;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90" name="Google Shape;9290;p60"/>
          <p:cNvGrpSpPr/>
          <p:nvPr/>
        </p:nvGrpSpPr>
        <p:grpSpPr>
          <a:xfrm>
            <a:off x="2592706" y="2444193"/>
            <a:ext cx="1387541" cy="159124"/>
            <a:chOff x="3200660" y="2180272"/>
            <a:chExt cx="2563824" cy="378237"/>
          </a:xfrm>
        </p:grpSpPr>
        <p:sp>
          <p:nvSpPr>
            <p:cNvPr id="9291" name="Google Shape;929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60"/>
          <p:cNvGrpSpPr/>
          <p:nvPr/>
        </p:nvGrpSpPr>
        <p:grpSpPr>
          <a:xfrm>
            <a:off x="2589231" y="2722018"/>
            <a:ext cx="1390502" cy="159625"/>
            <a:chOff x="3530150" y="2790075"/>
            <a:chExt cx="1962600" cy="225300"/>
          </a:xfrm>
        </p:grpSpPr>
        <p:sp>
          <p:nvSpPr>
            <p:cNvPr id="9310" name="Google Shape;931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2" name="Google Shape;9312;p60"/>
          <p:cNvGrpSpPr/>
          <p:nvPr/>
        </p:nvGrpSpPr>
        <p:grpSpPr>
          <a:xfrm>
            <a:off x="2589884" y="3000344"/>
            <a:ext cx="1411629" cy="153761"/>
            <a:chOff x="3558802" y="4011427"/>
            <a:chExt cx="1866000" cy="111300"/>
          </a:xfrm>
        </p:grpSpPr>
        <p:sp>
          <p:nvSpPr>
            <p:cNvPr id="9313" name="Google Shape;931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60"/>
          <p:cNvGrpSpPr/>
          <p:nvPr/>
        </p:nvGrpSpPr>
        <p:grpSpPr>
          <a:xfrm>
            <a:off x="2589576" y="2205744"/>
            <a:ext cx="1383503" cy="119749"/>
            <a:chOff x="3465975" y="2270276"/>
            <a:chExt cx="1986364" cy="171929"/>
          </a:xfrm>
        </p:grpSpPr>
        <p:sp>
          <p:nvSpPr>
            <p:cNvPr id="9316" name="Google Shape;931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60"/>
          <p:cNvGrpSpPr/>
          <p:nvPr/>
        </p:nvGrpSpPr>
        <p:grpSpPr>
          <a:xfrm>
            <a:off x="2600584" y="3569394"/>
            <a:ext cx="1369531" cy="195460"/>
            <a:chOff x="723300" y="4253549"/>
            <a:chExt cx="2276482" cy="324900"/>
          </a:xfrm>
        </p:grpSpPr>
        <p:sp>
          <p:nvSpPr>
            <p:cNvPr id="9325" name="Google Shape;932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0"/>
          <p:cNvGrpSpPr/>
          <p:nvPr/>
        </p:nvGrpSpPr>
        <p:grpSpPr>
          <a:xfrm>
            <a:off x="2590145" y="3270574"/>
            <a:ext cx="1389066" cy="180119"/>
            <a:chOff x="705948" y="3788465"/>
            <a:chExt cx="2308953" cy="299400"/>
          </a:xfrm>
        </p:grpSpPr>
        <p:sp>
          <p:nvSpPr>
            <p:cNvPr id="9331" name="Google Shape;933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60"/>
          <p:cNvGrpSpPr/>
          <p:nvPr/>
        </p:nvGrpSpPr>
        <p:grpSpPr>
          <a:xfrm>
            <a:off x="2638082" y="3883554"/>
            <a:ext cx="1304609" cy="294074"/>
            <a:chOff x="2658741" y="4097347"/>
            <a:chExt cx="1304609" cy="294074"/>
          </a:xfrm>
        </p:grpSpPr>
        <p:grpSp>
          <p:nvGrpSpPr>
            <p:cNvPr id="9337" name="Google Shape;9337;p60"/>
            <p:cNvGrpSpPr/>
            <p:nvPr/>
          </p:nvGrpSpPr>
          <p:grpSpPr>
            <a:xfrm>
              <a:off x="2658741" y="4097347"/>
              <a:ext cx="118572" cy="294074"/>
              <a:chOff x="3343310" y="4475555"/>
              <a:chExt cx="127717" cy="316753"/>
            </a:xfrm>
          </p:grpSpPr>
          <p:sp>
            <p:nvSpPr>
              <p:cNvPr id="9338" name="Google Shape;933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60"/>
            <p:cNvGrpSpPr/>
            <p:nvPr/>
          </p:nvGrpSpPr>
          <p:grpSpPr>
            <a:xfrm>
              <a:off x="3815519" y="4098388"/>
              <a:ext cx="147831" cy="291991"/>
              <a:chOff x="3527539" y="4476677"/>
              <a:chExt cx="159232" cy="314510"/>
            </a:xfrm>
          </p:grpSpPr>
          <p:sp>
            <p:nvSpPr>
              <p:cNvPr id="9341" name="Google Shape;934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3" name="Google Shape;9343;p60"/>
            <p:cNvGrpSpPr/>
            <p:nvPr/>
          </p:nvGrpSpPr>
          <p:grpSpPr>
            <a:xfrm>
              <a:off x="3511696" y="4098388"/>
              <a:ext cx="147831" cy="291991"/>
              <a:chOff x="3527539" y="4476677"/>
              <a:chExt cx="159232" cy="314510"/>
            </a:xfrm>
          </p:grpSpPr>
          <p:sp>
            <p:nvSpPr>
              <p:cNvPr id="9344" name="Google Shape;934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60"/>
            <p:cNvGrpSpPr/>
            <p:nvPr/>
          </p:nvGrpSpPr>
          <p:grpSpPr>
            <a:xfrm>
              <a:off x="3207874" y="4098388"/>
              <a:ext cx="147831" cy="291991"/>
              <a:chOff x="3527539" y="4476677"/>
              <a:chExt cx="159232" cy="314510"/>
            </a:xfrm>
          </p:grpSpPr>
          <p:sp>
            <p:nvSpPr>
              <p:cNvPr id="9347" name="Google Shape;934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9" name="Google Shape;9349;p60"/>
            <p:cNvGrpSpPr/>
            <p:nvPr/>
          </p:nvGrpSpPr>
          <p:grpSpPr>
            <a:xfrm>
              <a:off x="2933305" y="4097347"/>
              <a:ext cx="118572" cy="294074"/>
              <a:chOff x="3343310" y="4475555"/>
              <a:chExt cx="127717" cy="316753"/>
            </a:xfrm>
          </p:grpSpPr>
          <p:sp>
            <p:nvSpPr>
              <p:cNvPr id="9350" name="Google Shape;935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52" name="Google Shape;9352;p60"/>
          <p:cNvGrpSpPr/>
          <p:nvPr/>
        </p:nvGrpSpPr>
        <p:grpSpPr>
          <a:xfrm>
            <a:off x="4256912" y="1866676"/>
            <a:ext cx="1433821" cy="191501"/>
            <a:chOff x="4273350" y="2080469"/>
            <a:chExt cx="1433821" cy="191501"/>
          </a:xfrm>
        </p:grpSpPr>
        <p:grpSp>
          <p:nvGrpSpPr>
            <p:cNvPr id="9353" name="Google Shape;9353;p60"/>
            <p:cNvGrpSpPr/>
            <p:nvPr/>
          </p:nvGrpSpPr>
          <p:grpSpPr>
            <a:xfrm>
              <a:off x="4273350" y="2080469"/>
              <a:ext cx="1433821" cy="0"/>
              <a:chOff x="5224975" y="2962250"/>
              <a:chExt cx="1544400" cy="0"/>
            </a:xfrm>
          </p:grpSpPr>
          <p:cxnSp>
            <p:nvCxnSpPr>
              <p:cNvPr id="9354" name="Google Shape;935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55" name="Google Shape;935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356" name="Google Shape;9356;p60"/>
            <p:cNvGrpSpPr/>
            <p:nvPr/>
          </p:nvGrpSpPr>
          <p:grpSpPr>
            <a:xfrm>
              <a:off x="4273350" y="2271969"/>
              <a:ext cx="1433821" cy="0"/>
              <a:chOff x="5224975" y="2962250"/>
              <a:chExt cx="1544400" cy="0"/>
            </a:xfrm>
          </p:grpSpPr>
          <p:cxnSp>
            <p:nvCxnSpPr>
              <p:cNvPr id="9357" name="Google Shape;935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58" name="Google Shape;935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359" name="Google Shape;9359;p60"/>
          <p:cNvGrpSpPr/>
          <p:nvPr/>
        </p:nvGrpSpPr>
        <p:grpSpPr>
          <a:xfrm>
            <a:off x="4258467" y="969244"/>
            <a:ext cx="1430711" cy="743389"/>
            <a:chOff x="5159450" y="1919950"/>
            <a:chExt cx="1541050" cy="862500"/>
          </a:xfrm>
        </p:grpSpPr>
        <p:sp>
          <p:nvSpPr>
            <p:cNvPr id="9360" name="Google Shape;936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361" name="Google Shape;9361;p60"/>
            <p:cNvGrpSpPr/>
            <p:nvPr/>
          </p:nvGrpSpPr>
          <p:grpSpPr>
            <a:xfrm>
              <a:off x="5159450" y="1919950"/>
              <a:ext cx="1541050" cy="862500"/>
              <a:chOff x="5159450" y="1919950"/>
              <a:chExt cx="1541050" cy="862500"/>
            </a:xfrm>
          </p:grpSpPr>
          <p:cxnSp>
            <p:nvCxnSpPr>
              <p:cNvPr id="9362" name="Google Shape;936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363" name="Google Shape;936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364" name="Google Shape;9364;p60"/>
          <p:cNvGrpSpPr/>
          <p:nvPr/>
        </p:nvGrpSpPr>
        <p:grpSpPr>
          <a:xfrm>
            <a:off x="4248581" y="2192571"/>
            <a:ext cx="1450484" cy="1052087"/>
            <a:chOff x="5230575" y="1554475"/>
            <a:chExt cx="2137150" cy="1550150"/>
          </a:xfrm>
        </p:grpSpPr>
        <p:sp>
          <p:nvSpPr>
            <p:cNvPr id="9365" name="Google Shape;936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60"/>
          <p:cNvGrpSpPr/>
          <p:nvPr/>
        </p:nvGrpSpPr>
        <p:grpSpPr>
          <a:xfrm rot="10800000">
            <a:off x="4265131" y="3284761"/>
            <a:ext cx="1417383" cy="887946"/>
            <a:chOff x="5645403" y="2920021"/>
            <a:chExt cx="2650800" cy="2180614"/>
          </a:xfrm>
        </p:grpSpPr>
        <p:sp>
          <p:nvSpPr>
            <p:cNvPr id="9379" name="Google Shape;937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0" name="Google Shape;9380;p60"/>
            <p:cNvCxnSpPr>
              <a:stCxn id="937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381" name="Google Shape;938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2" name="Google Shape;9382;p60"/>
            <p:cNvCxnSpPr>
              <a:endCxn id="9381"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9383" name="Google Shape;938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4" name="Google Shape;9384;p60"/>
            <p:cNvCxnSpPr>
              <a:stCxn id="9383"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385" name="Google Shape;938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6" name="Google Shape;9386;p60"/>
            <p:cNvCxnSpPr>
              <a:endCxn id="938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387" name="Google Shape;9387;p60"/>
          <p:cNvGrpSpPr/>
          <p:nvPr/>
        </p:nvGrpSpPr>
        <p:grpSpPr>
          <a:xfrm>
            <a:off x="7365491" y="2188116"/>
            <a:ext cx="1071743" cy="1021579"/>
            <a:chOff x="7189833" y="2022667"/>
            <a:chExt cx="1251159" cy="1192597"/>
          </a:xfrm>
        </p:grpSpPr>
        <p:sp>
          <p:nvSpPr>
            <p:cNvPr id="9388" name="Google Shape;938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2" name="Google Shape;9392;p60"/>
          <p:cNvGrpSpPr/>
          <p:nvPr/>
        </p:nvGrpSpPr>
        <p:grpSpPr>
          <a:xfrm>
            <a:off x="706762" y="2614523"/>
            <a:ext cx="1695374" cy="1560837"/>
            <a:chOff x="727421" y="2828315"/>
            <a:chExt cx="1695374" cy="1560837"/>
          </a:xfrm>
        </p:grpSpPr>
        <p:grpSp>
          <p:nvGrpSpPr>
            <p:cNvPr id="9393" name="Google Shape;9393;p60"/>
            <p:cNvGrpSpPr/>
            <p:nvPr/>
          </p:nvGrpSpPr>
          <p:grpSpPr>
            <a:xfrm>
              <a:off x="819108" y="2882501"/>
              <a:ext cx="103104" cy="1426186"/>
              <a:chOff x="4674013" y="3100904"/>
              <a:chExt cx="122758" cy="1698043"/>
            </a:xfrm>
          </p:grpSpPr>
          <p:sp>
            <p:nvSpPr>
              <p:cNvPr id="9394" name="Google Shape;939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60"/>
            <p:cNvGrpSpPr/>
            <p:nvPr/>
          </p:nvGrpSpPr>
          <p:grpSpPr>
            <a:xfrm>
              <a:off x="1062475" y="2882501"/>
              <a:ext cx="103104" cy="1426186"/>
              <a:chOff x="4940438" y="3100904"/>
              <a:chExt cx="122758" cy="1698043"/>
            </a:xfrm>
          </p:grpSpPr>
          <p:sp>
            <p:nvSpPr>
              <p:cNvPr id="9402" name="Google Shape;940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9" name="Google Shape;9409;p60"/>
            <p:cNvGrpSpPr/>
            <p:nvPr/>
          </p:nvGrpSpPr>
          <p:grpSpPr>
            <a:xfrm>
              <a:off x="1299324" y="2882501"/>
              <a:ext cx="103104" cy="1426186"/>
              <a:chOff x="5206863" y="3100904"/>
              <a:chExt cx="122758" cy="1698043"/>
            </a:xfrm>
          </p:grpSpPr>
          <p:sp>
            <p:nvSpPr>
              <p:cNvPr id="9410" name="Google Shape;941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60"/>
            <p:cNvGrpSpPr/>
            <p:nvPr/>
          </p:nvGrpSpPr>
          <p:grpSpPr>
            <a:xfrm>
              <a:off x="1786057" y="2882501"/>
              <a:ext cx="103104" cy="1426186"/>
              <a:chOff x="6006138" y="3143629"/>
              <a:chExt cx="122758" cy="1698043"/>
            </a:xfrm>
          </p:grpSpPr>
          <p:sp>
            <p:nvSpPr>
              <p:cNvPr id="9418" name="Google Shape;941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60"/>
            <p:cNvGrpSpPr/>
            <p:nvPr/>
          </p:nvGrpSpPr>
          <p:grpSpPr>
            <a:xfrm>
              <a:off x="2029422" y="2882501"/>
              <a:ext cx="103104" cy="1426186"/>
              <a:chOff x="6805413" y="3100904"/>
              <a:chExt cx="122758" cy="1698043"/>
            </a:xfrm>
          </p:grpSpPr>
          <p:sp>
            <p:nvSpPr>
              <p:cNvPr id="9426" name="Google Shape;942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0"/>
            <p:cNvGrpSpPr/>
            <p:nvPr/>
          </p:nvGrpSpPr>
          <p:grpSpPr>
            <a:xfrm>
              <a:off x="727421" y="2828315"/>
              <a:ext cx="1695374" cy="1560837"/>
              <a:chOff x="734799" y="2782450"/>
              <a:chExt cx="1571100" cy="1577400"/>
            </a:xfrm>
          </p:grpSpPr>
          <p:cxnSp>
            <p:nvCxnSpPr>
              <p:cNvPr id="9434" name="Google Shape;943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435" name="Google Shape;943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436" name="Google Shape;9436;p60"/>
            <p:cNvGrpSpPr/>
            <p:nvPr/>
          </p:nvGrpSpPr>
          <p:grpSpPr>
            <a:xfrm>
              <a:off x="2272795" y="2882501"/>
              <a:ext cx="103104" cy="1426186"/>
              <a:chOff x="5206863" y="3100904"/>
              <a:chExt cx="122758" cy="1698043"/>
            </a:xfrm>
          </p:grpSpPr>
          <p:sp>
            <p:nvSpPr>
              <p:cNvPr id="9437" name="Google Shape;943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60"/>
            <p:cNvGrpSpPr/>
            <p:nvPr/>
          </p:nvGrpSpPr>
          <p:grpSpPr>
            <a:xfrm>
              <a:off x="1542694" y="2882501"/>
              <a:ext cx="103104" cy="1426186"/>
              <a:chOff x="6006138" y="3143629"/>
              <a:chExt cx="122758" cy="1698043"/>
            </a:xfrm>
          </p:grpSpPr>
          <p:sp>
            <p:nvSpPr>
              <p:cNvPr id="9445" name="Google Shape;944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52" name="Google Shape;9452;p60"/>
          <p:cNvGrpSpPr/>
          <p:nvPr/>
        </p:nvGrpSpPr>
        <p:grpSpPr>
          <a:xfrm>
            <a:off x="5915341" y="2192094"/>
            <a:ext cx="1248543" cy="1025319"/>
            <a:chOff x="5183758" y="1210600"/>
            <a:chExt cx="3605380" cy="2960783"/>
          </a:xfrm>
        </p:grpSpPr>
        <p:sp>
          <p:nvSpPr>
            <p:cNvPr id="9453" name="Google Shape;945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7" name="Google Shape;945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458" name="Google Shape;945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459" name="Google Shape;945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460" name="Google Shape;946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461" name="Google Shape;946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60"/>
          <p:cNvGrpSpPr/>
          <p:nvPr/>
        </p:nvGrpSpPr>
        <p:grpSpPr>
          <a:xfrm>
            <a:off x="5772403" y="3330411"/>
            <a:ext cx="2664831" cy="843440"/>
            <a:chOff x="5916567" y="1099697"/>
            <a:chExt cx="2556683" cy="809211"/>
          </a:xfrm>
        </p:grpSpPr>
        <p:sp>
          <p:nvSpPr>
            <p:cNvPr id="9463" name="Google Shape;946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60"/>
          <p:cNvGrpSpPr/>
          <p:nvPr/>
        </p:nvGrpSpPr>
        <p:grpSpPr>
          <a:xfrm>
            <a:off x="5879943" y="979270"/>
            <a:ext cx="1299851" cy="1023338"/>
            <a:chOff x="5900602" y="1193063"/>
            <a:chExt cx="1299851" cy="1023338"/>
          </a:xfrm>
        </p:grpSpPr>
        <p:grpSp>
          <p:nvGrpSpPr>
            <p:cNvPr id="9472" name="Google Shape;9472;p60"/>
            <p:cNvGrpSpPr/>
            <p:nvPr/>
          </p:nvGrpSpPr>
          <p:grpSpPr>
            <a:xfrm>
              <a:off x="6743564" y="1193063"/>
              <a:ext cx="456889" cy="700379"/>
              <a:chOff x="6743564" y="1193063"/>
              <a:chExt cx="456889" cy="700379"/>
            </a:xfrm>
          </p:grpSpPr>
          <p:grpSp>
            <p:nvGrpSpPr>
              <p:cNvPr id="9473" name="Google Shape;9473;p60"/>
              <p:cNvGrpSpPr/>
              <p:nvPr/>
            </p:nvGrpSpPr>
            <p:grpSpPr>
              <a:xfrm>
                <a:off x="6743564" y="1690731"/>
                <a:ext cx="214402" cy="202710"/>
                <a:chOff x="6743564" y="1690731"/>
                <a:chExt cx="214402" cy="202710"/>
              </a:xfrm>
            </p:grpSpPr>
            <p:sp>
              <p:nvSpPr>
                <p:cNvPr id="9474" name="Google Shape;9474;p6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60"/>
              <p:cNvGrpSpPr/>
              <p:nvPr/>
            </p:nvGrpSpPr>
            <p:grpSpPr>
              <a:xfrm>
                <a:off x="6915505" y="1193063"/>
                <a:ext cx="284947" cy="589637"/>
                <a:chOff x="6915505" y="1193063"/>
                <a:chExt cx="284947" cy="589637"/>
              </a:xfrm>
            </p:grpSpPr>
            <p:sp>
              <p:nvSpPr>
                <p:cNvPr id="9477" name="Google Shape;9477;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78" name="Google Shape;947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479" name="Google Shape;9479;p60"/>
            <p:cNvGrpSpPr/>
            <p:nvPr/>
          </p:nvGrpSpPr>
          <p:grpSpPr>
            <a:xfrm>
              <a:off x="6520337" y="1193063"/>
              <a:ext cx="341815" cy="801589"/>
              <a:chOff x="6520337" y="1193063"/>
              <a:chExt cx="341815" cy="801589"/>
            </a:xfrm>
          </p:grpSpPr>
          <p:grpSp>
            <p:nvGrpSpPr>
              <p:cNvPr id="9480" name="Google Shape;9480;p60"/>
              <p:cNvGrpSpPr/>
              <p:nvPr/>
            </p:nvGrpSpPr>
            <p:grpSpPr>
              <a:xfrm>
                <a:off x="6520337" y="1589527"/>
                <a:ext cx="213950" cy="405125"/>
                <a:chOff x="6520337" y="1589527"/>
                <a:chExt cx="213950" cy="405125"/>
              </a:xfrm>
            </p:grpSpPr>
            <p:sp>
              <p:nvSpPr>
                <p:cNvPr id="9481" name="Google Shape;9481;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3" name="Google Shape;9483;p60"/>
              <p:cNvGrpSpPr/>
              <p:nvPr/>
            </p:nvGrpSpPr>
            <p:grpSpPr>
              <a:xfrm>
                <a:off x="6577204" y="1193063"/>
                <a:ext cx="284947" cy="453562"/>
                <a:chOff x="6577204" y="1193063"/>
                <a:chExt cx="284947" cy="453562"/>
              </a:xfrm>
            </p:grpSpPr>
            <p:sp>
              <p:nvSpPr>
                <p:cNvPr id="9484" name="Google Shape;9484;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85" name="Google Shape;948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486" name="Google Shape;9486;p60"/>
            <p:cNvGrpSpPr/>
            <p:nvPr/>
          </p:nvGrpSpPr>
          <p:grpSpPr>
            <a:xfrm>
              <a:off x="6238903" y="1193063"/>
              <a:ext cx="300475" cy="901782"/>
              <a:chOff x="6238903" y="1193063"/>
              <a:chExt cx="300475" cy="901782"/>
            </a:xfrm>
          </p:grpSpPr>
          <p:grpSp>
            <p:nvGrpSpPr>
              <p:cNvPr id="9487" name="Google Shape;9487;p60"/>
              <p:cNvGrpSpPr/>
              <p:nvPr/>
            </p:nvGrpSpPr>
            <p:grpSpPr>
              <a:xfrm>
                <a:off x="6290865" y="1489315"/>
                <a:ext cx="248514" cy="605530"/>
                <a:chOff x="6290865" y="1489315"/>
                <a:chExt cx="248514" cy="605530"/>
              </a:xfrm>
            </p:grpSpPr>
            <p:sp>
              <p:nvSpPr>
                <p:cNvPr id="9488" name="Google Shape;9488;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0"/>
              <p:cNvGrpSpPr/>
              <p:nvPr/>
            </p:nvGrpSpPr>
            <p:grpSpPr>
              <a:xfrm>
                <a:off x="6238903" y="1193063"/>
                <a:ext cx="284947" cy="327512"/>
                <a:chOff x="6238903" y="1193063"/>
                <a:chExt cx="284947" cy="327512"/>
              </a:xfrm>
            </p:grpSpPr>
            <p:sp>
              <p:nvSpPr>
                <p:cNvPr id="9491" name="Google Shape;9491;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2" name="Google Shape;949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493" name="Google Shape;9493;p60"/>
            <p:cNvGrpSpPr/>
            <p:nvPr/>
          </p:nvGrpSpPr>
          <p:grpSpPr>
            <a:xfrm>
              <a:off x="5900602" y="1193063"/>
              <a:ext cx="444345" cy="1023338"/>
              <a:chOff x="5900602" y="1193063"/>
              <a:chExt cx="444345" cy="1023338"/>
            </a:xfrm>
          </p:grpSpPr>
          <p:grpSp>
            <p:nvGrpSpPr>
              <p:cNvPr id="9494" name="Google Shape;9494;p60"/>
              <p:cNvGrpSpPr/>
              <p:nvPr/>
            </p:nvGrpSpPr>
            <p:grpSpPr>
              <a:xfrm>
                <a:off x="6046501" y="1367785"/>
                <a:ext cx="298446" cy="848616"/>
                <a:chOff x="6046501" y="1367785"/>
                <a:chExt cx="298446" cy="848616"/>
              </a:xfrm>
            </p:grpSpPr>
            <p:sp>
              <p:nvSpPr>
                <p:cNvPr id="9495" name="Google Shape;9495;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60"/>
              <p:cNvGrpSpPr/>
              <p:nvPr/>
            </p:nvGrpSpPr>
            <p:grpSpPr>
              <a:xfrm>
                <a:off x="5900602" y="1193063"/>
                <a:ext cx="284947" cy="182312"/>
                <a:chOff x="5900602" y="1193063"/>
                <a:chExt cx="284947" cy="182312"/>
              </a:xfrm>
            </p:grpSpPr>
            <p:sp>
              <p:nvSpPr>
                <p:cNvPr id="9498" name="Google Shape;9498;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9" name="Google Shape;949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500" name="Google Shape;9500;p60"/>
          <p:cNvGrpSpPr/>
          <p:nvPr/>
        </p:nvGrpSpPr>
        <p:grpSpPr>
          <a:xfrm>
            <a:off x="7217825" y="979415"/>
            <a:ext cx="1219413" cy="1051365"/>
            <a:chOff x="7287122" y="1165658"/>
            <a:chExt cx="1219413" cy="1051365"/>
          </a:xfrm>
        </p:grpSpPr>
        <p:grpSp>
          <p:nvGrpSpPr>
            <p:cNvPr id="9501" name="Google Shape;9501;p60"/>
            <p:cNvGrpSpPr/>
            <p:nvPr/>
          </p:nvGrpSpPr>
          <p:grpSpPr>
            <a:xfrm>
              <a:off x="7287122" y="1969723"/>
              <a:ext cx="1219413" cy="247300"/>
              <a:chOff x="7287122" y="1969723"/>
              <a:chExt cx="1219413" cy="247300"/>
            </a:xfrm>
          </p:grpSpPr>
          <p:sp>
            <p:nvSpPr>
              <p:cNvPr id="9502" name="Google Shape;9502;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3" name="Google Shape;9503;p60"/>
              <p:cNvGrpSpPr/>
              <p:nvPr/>
            </p:nvGrpSpPr>
            <p:grpSpPr>
              <a:xfrm>
                <a:off x="7287122" y="2063892"/>
                <a:ext cx="1151753" cy="73428"/>
                <a:chOff x="7287122" y="2063892"/>
                <a:chExt cx="1151753" cy="73428"/>
              </a:xfrm>
            </p:grpSpPr>
            <p:sp>
              <p:nvSpPr>
                <p:cNvPr id="9504" name="Google Shape;9504;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05" name="Google Shape;950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506" name="Google Shape;9506;p60"/>
            <p:cNvGrpSpPr/>
            <p:nvPr/>
          </p:nvGrpSpPr>
          <p:grpSpPr>
            <a:xfrm>
              <a:off x="7287122" y="1712201"/>
              <a:ext cx="1219403" cy="246767"/>
              <a:chOff x="7287122" y="1712201"/>
              <a:chExt cx="1219403" cy="246767"/>
            </a:xfrm>
          </p:grpSpPr>
          <p:sp>
            <p:nvSpPr>
              <p:cNvPr id="9507" name="Google Shape;9507;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8" name="Google Shape;9508;p60"/>
              <p:cNvGrpSpPr/>
              <p:nvPr/>
            </p:nvGrpSpPr>
            <p:grpSpPr>
              <a:xfrm>
                <a:off x="7287122" y="1842861"/>
                <a:ext cx="1005303" cy="73419"/>
                <a:chOff x="7287122" y="1842861"/>
                <a:chExt cx="1005303" cy="73419"/>
              </a:xfrm>
            </p:grpSpPr>
            <p:sp>
              <p:nvSpPr>
                <p:cNvPr id="9509" name="Google Shape;950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0" name="Google Shape;951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511" name="Google Shape;9511;p60"/>
            <p:cNvGrpSpPr/>
            <p:nvPr/>
          </p:nvGrpSpPr>
          <p:grpSpPr>
            <a:xfrm>
              <a:off x="7287122" y="1447520"/>
              <a:ext cx="1219403" cy="286667"/>
              <a:chOff x="7287122" y="1447520"/>
              <a:chExt cx="1219403" cy="286667"/>
            </a:xfrm>
          </p:grpSpPr>
          <p:sp>
            <p:nvSpPr>
              <p:cNvPr id="9512" name="Google Shape;9512;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3" name="Google Shape;9513;p60"/>
              <p:cNvGrpSpPr/>
              <p:nvPr/>
            </p:nvGrpSpPr>
            <p:grpSpPr>
              <a:xfrm>
                <a:off x="7287122" y="1581977"/>
                <a:ext cx="852803" cy="73428"/>
                <a:chOff x="7287122" y="1581977"/>
                <a:chExt cx="852803" cy="73428"/>
              </a:xfrm>
            </p:grpSpPr>
            <p:sp>
              <p:nvSpPr>
                <p:cNvPr id="9514" name="Google Shape;9514;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5" name="Google Shape;951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516" name="Google Shape;9516;p60"/>
            <p:cNvGrpSpPr/>
            <p:nvPr/>
          </p:nvGrpSpPr>
          <p:grpSpPr>
            <a:xfrm>
              <a:off x="7287122" y="1165658"/>
              <a:ext cx="1219403" cy="344253"/>
              <a:chOff x="7287122" y="1165658"/>
              <a:chExt cx="1219403" cy="344253"/>
            </a:xfrm>
          </p:grpSpPr>
          <p:sp>
            <p:nvSpPr>
              <p:cNvPr id="9517" name="Google Shape;9517;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8" name="Google Shape;9518;p60"/>
              <p:cNvGrpSpPr/>
              <p:nvPr/>
            </p:nvGrpSpPr>
            <p:grpSpPr>
              <a:xfrm>
                <a:off x="7287122" y="1341025"/>
                <a:ext cx="695703" cy="73419"/>
                <a:chOff x="7287122" y="1341025"/>
                <a:chExt cx="695703" cy="73419"/>
              </a:xfrm>
            </p:grpSpPr>
            <p:sp>
              <p:nvSpPr>
                <p:cNvPr id="9519" name="Google Shape;9519;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20" name="Google Shape;952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24"/>
        <p:cNvGrpSpPr/>
        <p:nvPr/>
      </p:nvGrpSpPr>
      <p:grpSpPr>
        <a:xfrm>
          <a:off x="0" y="0"/>
          <a:ext cx="0" cy="0"/>
          <a:chOff x="0" y="0"/>
          <a:chExt cx="0" cy="0"/>
        </a:xfrm>
      </p:grpSpPr>
      <p:grpSp>
        <p:nvGrpSpPr>
          <p:cNvPr id="9525" name="Google Shape;9525;p61"/>
          <p:cNvGrpSpPr/>
          <p:nvPr/>
        </p:nvGrpSpPr>
        <p:grpSpPr>
          <a:xfrm>
            <a:off x="846551" y="2273217"/>
            <a:ext cx="415546" cy="355053"/>
            <a:chOff x="866243" y="2291587"/>
            <a:chExt cx="415546" cy="355053"/>
          </a:xfrm>
        </p:grpSpPr>
        <p:sp>
          <p:nvSpPr>
            <p:cNvPr id="9526" name="Google Shape;9526;p61"/>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1"/>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1"/>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1"/>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1"/>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1" name="Google Shape;9531;p61"/>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2" name="Google Shape;9532;p61"/>
          <p:cNvGrpSpPr/>
          <p:nvPr/>
        </p:nvGrpSpPr>
        <p:grpSpPr>
          <a:xfrm>
            <a:off x="1938828" y="2284205"/>
            <a:ext cx="359213" cy="327807"/>
            <a:chOff x="1958520" y="2302574"/>
            <a:chExt cx="359213" cy="327807"/>
          </a:xfrm>
        </p:grpSpPr>
        <p:sp>
          <p:nvSpPr>
            <p:cNvPr id="9533" name="Google Shape;9533;p61"/>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1"/>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1"/>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61"/>
          <p:cNvGrpSpPr/>
          <p:nvPr/>
        </p:nvGrpSpPr>
        <p:grpSpPr>
          <a:xfrm>
            <a:off x="2560190" y="2269057"/>
            <a:ext cx="207582" cy="359594"/>
            <a:chOff x="2656082" y="2287427"/>
            <a:chExt cx="207582" cy="359594"/>
          </a:xfrm>
        </p:grpSpPr>
        <p:sp>
          <p:nvSpPr>
            <p:cNvPr id="9537" name="Google Shape;9537;p61"/>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1"/>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1"/>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1"/>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61"/>
          <p:cNvGrpSpPr/>
          <p:nvPr/>
        </p:nvGrpSpPr>
        <p:grpSpPr>
          <a:xfrm>
            <a:off x="3029961" y="2303099"/>
            <a:ext cx="362991" cy="290018"/>
            <a:chOff x="3049653" y="2321468"/>
            <a:chExt cx="362991" cy="290018"/>
          </a:xfrm>
        </p:grpSpPr>
        <p:sp>
          <p:nvSpPr>
            <p:cNvPr id="9542" name="Google Shape;9542;p61"/>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1"/>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3544551" y="2271534"/>
            <a:ext cx="422342" cy="355243"/>
            <a:chOff x="3564243" y="2289904"/>
            <a:chExt cx="422342" cy="355243"/>
          </a:xfrm>
        </p:grpSpPr>
        <p:sp>
          <p:nvSpPr>
            <p:cNvPr id="9547" name="Google Shape;9547;p61"/>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1"/>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1"/>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2" name="Google Shape;9552;p61"/>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3" name="Google Shape;9553;p61"/>
          <p:cNvGrpSpPr/>
          <p:nvPr/>
        </p:nvGrpSpPr>
        <p:grpSpPr>
          <a:xfrm>
            <a:off x="4668202" y="2271344"/>
            <a:ext cx="359594" cy="353909"/>
            <a:chOff x="4687894" y="2289713"/>
            <a:chExt cx="359594" cy="353909"/>
          </a:xfrm>
        </p:grpSpPr>
        <p:sp>
          <p:nvSpPr>
            <p:cNvPr id="9554" name="Google Shape;9554;p61"/>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1"/>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1"/>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7" name="Google Shape;9557;p61"/>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8" name="Google Shape;9558;p61"/>
          <p:cNvGrpSpPr/>
          <p:nvPr/>
        </p:nvGrpSpPr>
        <p:grpSpPr>
          <a:xfrm>
            <a:off x="6352932" y="2289857"/>
            <a:ext cx="263567" cy="317614"/>
            <a:chOff x="6421399" y="2308227"/>
            <a:chExt cx="263567" cy="317614"/>
          </a:xfrm>
        </p:grpSpPr>
        <p:sp>
          <p:nvSpPr>
            <p:cNvPr id="9559" name="Google Shape;9559;p61"/>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1"/>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1"/>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1"/>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61"/>
          <p:cNvGrpSpPr/>
          <p:nvPr/>
        </p:nvGrpSpPr>
        <p:grpSpPr>
          <a:xfrm>
            <a:off x="6850501" y="2277250"/>
            <a:ext cx="360356" cy="343462"/>
            <a:chOff x="6870193" y="2295620"/>
            <a:chExt cx="360356" cy="343462"/>
          </a:xfrm>
        </p:grpSpPr>
        <p:sp>
          <p:nvSpPr>
            <p:cNvPr id="9564" name="Google Shape;9564;p61"/>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1"/>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61"/>
          <p:cNvGrpSpPr/>
          <p:nvPr/>
        </p:nvGrpSpPr>
        <p:grpSpPr>
          <a:xfrm>
            <a:off x="7421773" y="2284490"/>
            <a:ext cx="342192" cy="327140"/>
            <a:chOff x="7441465" y="2302860"/>
            <a:chExt cx="342192" cy="327140"/>
          </a:xfrm>
        </p:grpSpPr>
        <p:sp>
          <p:nvSpPr>
            <p:cNvPr id="9567" name="Google Shape;9567;p61"/>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1"/>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61"/>
          <p:cNvGrpSpPr/>
          <p:nvPr/>
        </p:nvGrpSpPr>
        <p:grpSpPr>
          <a:xfrm>
            <a:off x="7969991" y="2331837"/>
            <a:ext cx="332761" cy="234066"/>
            <a:chOff x="7989683" y="2350207"/>
            <a:chExt cx="332761" cy="234066"/>
          </a:xfrm>
        </p:grpSpPr>
        <p:sp>
          <p:nvSpPr>
            <p:cNvPr id="9570" name="Google Shape;9570;p61"/>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1"/>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1"/>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1"/>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1"/>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1"/>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61"/>
          <p:cNvGrpSpPr/>
          <p:nvPr/>
        </p:nvGrpSpPr>
        <p:grpSpPr>
          <a:xfrm>
            <a:off x="5803602" y="2291381"/>
            <a:ext cx="315327" cy="314978"/>
            <a:chOff x="5823294" y="2309751"/>
            <a:chExt cx="315327" cy="314978"/>
          </a:xfrm>
        </p:grpSpPr>
        <p:sp>
          <p:nvSpPr>
            <p:cNvPr id="9577" name="Google Shape;9577;p61"/>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1"/>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1"/>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1"/>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1"/>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1"/>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1"/>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1"/>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1"/>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1"/>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1"/>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1"/>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1"/>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1"/>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1"/>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1"/>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1"/>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61"/>
          <p:cNvGrpSpPr/>
          <p:nvPr/>
        </p:nvGrpSpPr>
        <p:grpSpPr>
          <a:xfrm>
            <a:off x="2477583" y="2725790"/>
            <a:ext cx="370930" cy="370549"/>
            <a:chOff x="2497275" y="2744159"/>
            <a:chExt cx="370930" cy="370549"/>
          </a:xfrm>
        </p:grpSpPr>
        <p:sp>
          <p:nvSpPr>
            <p:cNvPr id="9595" name="Google Shape;9595;p61"/>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1"/>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1"/>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1"/>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1"/>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1"/>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61"/>
          <p:cNvGrpSpPr/>
          <p:nvPr/>
        </p:nvGrpSpPr>
        <p:grpSpPr>
          <a:xfrm>
            <a:off x="841248" y="2728108"/>
            <a:ext cx="371883" cy="365691"/>
            <a:chOff x="860940" y="2746477"/>
            <a:chExt cx="371883" cy="365691"/>
          </a:xfrm>
        </p:grpSpPr>
        <p:sp>
          <p:nvSpPr>
            <p:cNvPr id="9602" name="Google Shape;9602;p61"/>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1"/>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1"/>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1"/>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1"/>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61"/>
          <p:cNvGrpSpPr/>
          <p:nvPr/>
        </p:nvGrpSpPr>
        <p:grpSpPr>
          <a:xfrm>
            <a:off x="1431144" y="2747889"/>
            <a:ext cx="283985" cy="341080"/>
            <a:chOff x="1493849" y="2775533"/>
            <a:chExt cx="283985" cy="341080"/>
          </a:xfrm>
        </p:grpSpPr>
        <p:sp>
          <p:nvSpPr>
            <p:cNvPr id="9608" name="Google Shape;9608;p61"/>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1"/>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61"/>
          <p:cNvGrpSpPr/>
          <p:nvPr/>
        </p:nvGrpSpPr>
        <p:grpSpPr>
          <a:xfrm>
            <a:off x="1933144" y="2756052"/>
            <a:ext cx="372835" cy="342573"/>
            <a:chOff x="1952836" y="2774422"/>
            <a:chExt cx="372835" cy="342573"/>
          </a:xfrm>
        </p:grpSpPr>
        <p:sp>
          <p:nvSpPr>
            <p:cNvPr id="9611" name="Google Shape;9611;p61"/>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1"/>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1"/>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1"/>
          <p:cNvGrpSpPr/>
          <p:nvPr/>
        </p:nvGrpSpPr>
        <p:grpSpPr>
          <a:xfrm>
            <a:off x="3060224" y="2726107"/>
            <a:ext cx="332729" cy="372518"/>
            <a:chOff x="3079916" y="2744477"/>
            <a:chExt cx="332729" cy="372518"/>
          </a:xfrm>
        </p:grpSpPr>
        <p:sp>
          <p:nvSpPr>
            <p:cNvPr id="9615" name="Google Shape;9615;p61"/>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1"/>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1"/>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61"/>
          <p:cNvGrpSpPr/>
          <p:nvPr/>
        </p:nvGrpSpPr>
        <p:grpSpPr>
          <a:xfrm>
            <a:off x="3600884" y="2727155"/>
            <a:ext cx="336889" cy="355592"/>
            <a:chOff x="3620576" y="2745525"/>
            <a:chExt cx="336889" cy="355592"/>
          </a:xfrm>
        </p:grpSpPr>
        <p:sp>
          <p:nvSpPr>
            <p:cNvPr id="9619" name="Google Shape;9619;p61"/>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1"/>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61"/>
          <p:cNvGrpSpPr/>
          <p:nvPr/>
        </p:nvGrpSpPr>
        <p:grpSpPr>
          <a:xfrm>
            <a:off x="4107123" y="2742334"/>
            <a:ext cx="380393" cy="363118"/>
            <a:chOff x="4126815" y="2760704"/>
            <a:chExt cx="380393" cy="363118"/>
          </a:xfrm>
        </p:grpSpPr>
        <p:sp>
          <p:nvSpPr>
            <p:cNvPr id="9622" name="Google Shape;9622;p61"/>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1"/>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1"/>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1"/>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61"/>
          <p:cNvGrpSpPr/>
          <p:nvPr/>
        </p:nvGrpSpPr>
        <p:grpSpPr>
          <a:xfrm>
            <a:off x="4656294" y="2727314"/>
            <a:ext cx="381346" cy="368644"/>
            <a:chOff x="4675986" y="2745684"/>
            <a:chExt cx="381346" cy="368644"/>
          </a:xfrm>
        </p:grpSpPr>
        <p:sp>
          <p:nvSpPr>
            <p:cNvPr id="9627" name="Google Shape;9627;p61"/>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1"/>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61"/>
          <p:cNvGrpSpPr/>
          <p:nvPr/>
        </p:nvGrpSpPr>
        <p:grpSpPr>
          <a:xfrm>
            <a:off x="5200924" y="2772692"/>
            <a:ext cx="373185" cy="302466"/>
            <a:chOff x="5220616" y="2791061"/>
            <a:chExt cx="373185" cy="302466"/>
          </a:xfrm>
        </p:grpSpPr>
        <p:sp>
          <p:nvSpPr>
            <p:cNvPr id="9630" name="Google Shape;9630;p61"/>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1"/>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1"/>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1"/>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1"/>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1"/>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1"/>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1"/>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1"/>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1"/>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1"/>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1"/>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1"/>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1"/>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1"/>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1"/>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1"/>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1"/>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8" name="Google Shape;9648;p61"/>
          <p:cNvGrpSpPr/>
          <p:nvPr/>
        </p:nvGrpSpPr>
        <p:grpSpPr>
          <a:xfrm>
            <a:off x="5768969" y="2754147"/>
            <a:ext cx="284366" cy="344097"/>
            <a:chOff x="5864861" y="2772517"/>
            <a:chExt cx="284366" cy="344097"/>
          </a:xfrm>
        </p:grpSpPr>
        <p:sp>
          <p:nvSpPr>
            <p:cNvPr id="9649" name="Google Shape;9649;p61"/>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1"/>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1"/>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1"/>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1"/>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1"/>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5" name="Google Shape;9655;p61"/>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6" name="Google Shape;9656;p61"/>
          <p:cNvGrpSpPr/>
          <p:nvPr/>
        </p:nvGrpSpPr>
        <p:grpSpPr>
          <a:xfrm>
            <a:off x="6954467" y="2771168"/>
            <a:ext cx="255247" cy="327458"/>
            <a:chOff x="6974158" y="2789537"/>
            <a:chExt cx="255247" cy="327458"/>
          </a:xfrm>
        </p:grpSpPr>
        <p:sp>
          <p:nvSpPr>
            <p:cNvPr id="9657" name="Google Shape;9657;p61"/>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1"/>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1"/>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1"/>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1"/>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1"/>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1"/>
          <p:cNvGrpSpPr/>
          <p:nvPr/>
        </p:nvGrpSpPr>
        <p:grpSpPr>
          <a:xfrm>
            <a:off x="7511005" y="2771930"/>
            <a:ext cx="244291" cy="326314"/>
            <a:chOff x="7530697" y="2790299"/>
            <a:chExt cx="244291" cy="326314"/>
          </a:xfrm>
        </p:grpSpPr>
        <p:sp>
          <p:nvSpPr>
            <p:cNvPr id="9664" name="Google Shape;9664;p61"/>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1"/>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1"/>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1"/>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1"/>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1"/>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61"/>
          <p:cNvGrpSpPr/>
          <p:nvPr/>
        </p:nvGrpSpPr>
        <p:grpSpPr>
          <a:xfrm>
            <a:off x="7968499" y="2813878"/>
            <a:ext cx="332348" cy="283985"/>
            <a:chOff x="7988191" y="2832248"/>
            <a:chExt cx="332348" cy="283985"/>
          </a:xfrm>
        </p:grpSpPr>
        <p:sp>
          <p:nvSpPr>
            <p:cNvPr id="9671" name="Google Shape;9671;p61"/>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1"/>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1"/>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4" name="Google Shape;9674;p61"/>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5" name="Google Shape;9675;p61"/>
          <p:cNvGrpSpPr/>
          <p:nvPr/>
        </p:nvGrpSpPr>
        <p:grpSpPr>
          <a:xfrm>
            <a:off x="3568748" y="3239998"/>
            <a:ext cx="364484" cy="262423"/>
            <a:chOff x="3588440" y="3258368"/>
            <a:chExt cx="364484" cy="262423"/>
          </a:xfrm>
        </p:grpSpPr>
        <p:sp>
          <p:nvSpPr>
            <p:cNvPr id="9676" name="Google Shape;9676;p61"/>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1"/>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1"/>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1"/>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1"/>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1"/>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2" name="Google Shape;9682;p61"/>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3" name="Google Shape;9683;p61"/>
          <p:cNvGrpSpPr/>
          <p:nvPr/>
        </p:nvGrpSpPr>
        <p:grpSpPr>
          <a:xfrm>
            <a:off x="5746125" y="3209355"/>
            <a:ext cx="364865" cy="324822"/>
            <a:chOff x="5765817" y="3227724"/>
            <a:chExt cx="364865" cy="324822"/>
          </a:xfrm>
        </p:grpSpPr>
        <p:sp>
          <p:nvSpPr>
            <p:cNvPr id="9684" name="Google Shape;9684;p61"/>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1"/>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1"/>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61"/>
          <p:cNvGrpSpPr/>
          <p:nvPr/>
        </p:nvGrpSpPr>
        <p:grpSpPr>
          <a:xfrm>
            <a:off x="6208891" y="3219294"/>
            <a:ext cx="446539" cy="303895"/>
            <a:chOff x="6228583" y="3237664"/>
            <a:chExt cx="446539" cy="303895"/>
          </a:xfrm>
        </p:grpSpPr>
        <p:sp>
          <p:nvSpPr>
            <p:cNvPr id="9688" name="Google Shape;9688;p61"/>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1"/>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1"/>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1"/>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1"/>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1"/>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1"/>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1"/>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1"/>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1"/>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1"/>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1"/>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1"/>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1"/>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1"/>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1"/>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1"/>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61"/>
          <p:cNvGrpSpPr/>
          <p:nvPr/>
        </p:nvGrpSpPr>
        <p:grpSpPr>
          <a:xfrm>
            <a:off x="846170" y="3188936"/>
            <a:ext cx="364484" cy="364897"/>
            <a:chOff x="865862" y="3207306"/>
            <a:chExt cx="364484" cy="364897"/>
          </a:xfrm>
        </p:grpSpPr>
        <p:sp>
          <p:nvSpPr>
            <p:cNvPr id="9706" name="Google Shape;9706;p61"/>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1"/>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1"/>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1"/>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1"/>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1"/>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1"/>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1"/>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1"/>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1"/>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1"/>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1"/>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1"/>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1"/>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61"/>
          <p:cNvGrpSpPr/>
          <p:nvPr/>
        </p:nvGrpSpPr>
        <p:grpSpPr>
          <a:xfrm>
            <a:off x="1384925" y="3208593"/>
            <a:ext cx="370168" cy="325965"/>
            <a:chOff x="1404617" y="3226962"/>
            <a:chExt cx="370168" cy="325965"/>
          </a:xfrm>
        </p:grpSpPr>
        <p:sp>
          <p:nvSpPr>
            <p:cNvPr id="9721" name="Google Shape;9721;p61"/>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1"/>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1"/>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1"/>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1"/>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1"/>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1"/>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1"/>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1"/>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0" name="Google Shape;9730;p61"/>
          <p:cNvGrpSpPr/>
          <p:nvPr/>
        </p:nvGrpSpPr>
        <p:grpSpPr>
          <a:xfrm>
            <a:off x="1933711" y="3197724"/>
            <a:ext cx="366389" cy="354481"/>
            <a:chOff x="1954741" y="3212419"/>
            <a:chExt cx="366389" cy="354481"/>
          </a:xfrm>
        </p:grpSpPr>
        <p:sp>
          <p:nvSpPr>
            <p:cNvPr id="9731" name="Google Shape;9731;p61"/>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1"/>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1"/>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1"/>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1"/>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1"/>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1"/>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61"/>
          <p:cNvGrpSpPr/>
          <p:nvPr/>
        </p:nvGrpSpPr>
        <p:grpSpPr>
          <a:xfrm>
            <a:off x="3023547" y="3197256"/>
            <a:ext cx="366008" cy="348670"/>
            <a:chOff x="3043239" y="3215626"/>
            <a:chExt cx="366008" cy="348670"/>
          </a:xfrm>
        </p:grpSpPr>
        <p:sp>
          <p:nvSpPr>
            <p:cNvPr id="9739" name="Google Shape;9739;p61"/>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1"/>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1" name="Google Shape;9741;p61"/>
          <p:cNvGrpSpPr/>
          <p:nvPr/>
        </p:nvGrpSpPr>
        <p:grpSpPr>
          <a:xfrm>
            <a:off x="4198641" y="3166613"/>
            <a:ext cx="209107" cy="383442"/>
            <a:chOff x="4218333" y="3184982"/>
            <a:chExt cx="209107" cy="383442"/>
          </a:xfrm>
        </p:grpSpPr>
        <p:sp>
          <p:nvSpPr>
            <p:cNvPr id="9742" name="Google Shape;9742;p61"/>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1"/>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4" name="Google Shape;9744;p61"/>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5" name="Google Shape;9745;p61"/>
          <p:cNvGrpSpPr/>
          <p:nvPr/>
        </p:nvGrpSpPr>
        <p:grpSpPr>
          <a:xfrm>
            <a:off x="6876953" y="3197637"/>
            <a:ext cx="322917" cy="347876"/>
            <a:chOff x="6896644" y="3216007"/>
            <a:chExt cx="322917" cy="347876"/>
          </a:xfrm>
        </p:grpSpPr>
        <p:sp>
          <p:nvSpPr>
            <p:cNvPr id="9746" name="Google Shape;9746;p61"/>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1"/>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1"/>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1"/>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1"/>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1"/>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1"/>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3" name="Google Shape;9753;p61"/>
          <p:cNvGrpSpPr/>
          <p:nvPr/>
        </p:nvGrpSpPr>
        <p:grpSpPr>
          <a:xfrm>
            <a:off x="7409674" y="3204814"/>
            <a:ext cx="334634" cy="333904"/>
            <a:chOff x="7429366" y="3223183"/>
            <a:chExt cx="334634" cy="333904"/>
          </a:xfrm>
        </p:grpSpPr>
        <p:sp>
          <p:nvSpPr>
            <p:cNvPr id="9754" name="Google Shape;9754;p61"/>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1"/>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6" name="Google Shape;9756;p61"/>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7" name="Google Shape;9757;p61"/>
          <p:cNvGrpSpPr/>
          <p:nvPr/>
        </p:nvGrpSpPr>
        <p:grpSpPr>
          <a:xfrm>
            <a:off x="5196764" y="3707114"/>
            <a:ext cx="356196" cy="265631"/>
            <a:chOff x="5216456" y="3725484"/>
            <a:chExt cx="356196" cy="265631"/>
          </a:xfrm>
        </p:grpSpPr>
        <p:sp>
          <p:nvSpPr>
            <p:cNvPr id="9758" name="Google Shape;9758;p61"/>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1"/>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1"/>
          <p:cNvGrpSpPr/>
          <p:nvPr/>
        </p:nvGrpSpPr>
        <p:grpSpPr>
          <a:xfrm>
            <a:off x="6829701" y="3715625"/>
            <a:ext cx="355053" cy="248038"/>
            <a:chOff x="6849393" y="3733994"/>
            <a:chExt cx="355053" cy="248038"/>
          </a:xfrm>
        </p:grpSpPr>
        <p:sp>
          <p:nvSpPr>
            <p:cNvPr id="9761" name="Google Shape;9761;p61"/>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1"/>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1"/>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1"/>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1"/>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6" name="Google Shape;9766;p61"/>
          <p:cNvGrpSpPr/>
          <p:nvPr/>
        </p:nvGrpSpPr>
        <p:grpSpPr>
          <a:xfrm>
            <a:off x="7899305" y="3696318"/>
            <a:ext cx="392111" cy="280206"/>
            <a:chOff x="7918997" y="3714687"/>
            <a:chExt cx="392111" cy="280206"/>
          </a:xfrm>
        </p:grpSpPr>
        <p:sp>
          <p:nvSpPr>
            <p:cNvPr id="9767" name="Google Shape;9767;p61"/>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1"/>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1"/>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1"/>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1"/>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2" name="Google Shape;9772;p61"/>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3" name="Google Shape;9773;p61"/>
          <p:cNvGrpSpPr/>
          <p:nvPr/>
        </p:nvGrpSpPr>
        <p:grpSpPr>
          <a:xfrm>
            <a:off x="1389085" y="3662594"/>
            <a:ext cx="357720" cy="355148"/>
            <a:chOff x="1408777" y="3680964"/>
            <a:chExt cx="357720" cy="355148"/>
          </a:xfrm>
        </p:grpSpPr>
        <p:sp>
          <p:nvSpPr>
            <p:cNvPr id="9774" name="Google Shape;9774;p61"/>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1"/>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1"/>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1"/>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1"/>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1"/>
          <p:cNvGrpSpPr/>
          <p:nvPr/>
        </p:nvGrpSpPr>
        <p:grpSpPr>
          <a:xfrm>
            <a:off x="1933144" y="3662594"/>
            <a:ext cx="357720" cy="355148"/>
            <a:chOff x="1952836" y="3680964"/>
            <a:chExt cx="357720" cy="355148"/>
          </a:xfrm>
        </p:grpSpPr>
        <p:sp>
          <p:nvSpPr>
            <p:cNvPr id="9780" name="Google Shape;9780;p61"/>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1"/>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1"/>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1"/>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1"/>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61"/>
          <p:cNvGrpSpPr/>
          <p:nvPr/>
        </p:nvGrpSpPr>
        <p:grpSpPr>
          <a:xfrm>
            <a:off x="2477202" y="3662594"/>
            <a:ext cx="357720" cy="355148"/>
            <a:chOff x="2496894" y="3680964"/>
            <a:chExt cx="357720" cy="355148"/>
          </a:xfrm>
        </p:grpSpPr>
        <p:sp>
          <p:nvSpPr>
            <p:cNvPr id="9786" name="Google Shape;9786;p61"/>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1"/>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1"/>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1"/>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1"/>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61"/>
          <p:cNvGrpSpPr/>
          <p:nvPr/>
        </p:nvGrpSpPr>
        <p:grpSpPr>
          <a:xfrm>
            <a:off x="3021292" y="3662689"/>
            <a:ext cx="356164" cy="355815"/>
            <a:chOff x="3040984" y="3681059"/>
            <a:chExt cx="356164" cy="355815"/>
          </a:xfrm>
        </p:grpSpPr>
        <p:sp>
          <p:nvSpPr>
            <p:cNvPr id="9792" name="Google Shape;9792;p61"/>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1"/>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1"/>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61"/>
          <p:cNvGrpSpPr/>
          <p:nvPr/>
        </p:nvGrpSpPr>
        <p:grpSpPr>
          <a:xfrm>
            <a:off x="3564589" y="3680821"/>
            <a:ext cx="358069" cy="317995"/>
            <a:chOff x="3584280" y="3699191"/>
            <a:chExt cx="358069" cy="317995"/>
          </a:xfrm>
        </p:grpSpPr>
        <p:sp>
          <p:nvSpPr>
            <p:cNvPr id="9796" name="Google Shape;9796;p61"/>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1"/>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1"/>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1"/>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61"/>
          <p:cNvGrpSpPr/>
          <p:nvPr/>
        </p:nvGrpSpPr>
        <p:grpSpPr>
          <a:xfrm>
            <a:off x="4109790" y="3662689"/>
            <a:ext cx="355402" cy="354291"/>
            <a:chOff x="4129482" y="3681059"/>
            <a:chExt cx="355402" cy="354291"/>
          </a:xfrm>
        </p:grpSpPr>
        <p:sp>
          <p:nvSpPr>
            <p:cNvPr id="9801" name="Google Shape;9801;p61"/>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1"/>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1"/>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1"/>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61"/>
          <p:cNvGrpSpPr/>
          <p:nvPr/>
        </p:nvGrpSpPr>
        <p:grpSpPr>
          <a:xfrm>
            <a:off x="4653849" y="3661927"/>
            <a:ext cx="355434" cy="355815"/>
            <a:chOff x="4673540" y="3680297"/>
            <a:chExt cx="355434" cy="355815"/>
          </a:xfrm>
        </p:grpSpPr>
        <p:sp>
          <p:nvSpPr>
            <p:cNvPr id="9806" name="Google Shape;9806;p61"/>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1"/>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1"/>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61"/>
          <p:cNvGrpSpPr/>
          <p:nvPr/>
        </p:nvGrpSpPr>
        <p:grpSpPr>
          <a:xfrm>
            <a:off x="5759716" y="3680821"/>
            <a:ext cx="317645" cy="318757"/>
            <a:chOff x="5779408" y="3699191"/>
            <a:chExt cx="317645" cy="318757"/>
          </a:xfrm>
        </p:grpSpPr>
        <p:sp>
          <p:nvSpPr>
            <p:cNvPr id="9810" name="Google Shape;9810;p61"/>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1"/>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2" name="Google Shape;9812;p61"/>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3" name="Google Shape;9813;p61"/>
          <p:cNvGrpSpPr/>
          <p:nvPr/>
        </p:nvGrpSpPr>
        <p:grpSpPr>
          <a:xfrm>
            <a:off x="7370743" y="3662499"/>
            <a:ext cx="372073" cy="355243"/>
            <a:chOff x="7390435" y="3680868"/>
            <a:chExt cx="372073" cy="355243"/>
          </a:xfrm>
        </p:grpSpPr>
        <p:sp>
          <p:nvSpPr>
            <p:cNvPr id="9814" name="Google Shape;9814;p61"/>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1"/>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1"/>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1"/>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1"/>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1"/>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61"/>
          <p:cNvGrpSpPr/>
          <p:nvPr/>
        </p:nvGrpSpPr>
        <p:grpSpPr>
          <a:xfrm>
            <a:off x="1392301" y="4119346"/>
            <a:ext cx="374709" cy="374010"/>
            <a:chOff x="1421638" y="4125629"/>
            <a:chExt cx="374709" cy="374010"/>
          </a:xfrm>
        </p:grpSpPr>
        <p:sp>
          <p:nvSpPr>
            <p:cNvPr id="9821" name="Google Shape;9821;p61"/>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1"/>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61"/>
          <p:cNvGrpSpPr/>
          <p:nvPr/>
        </p:nvGrpSpPr>
        <p:grpSpPr>
          <a:xfrm>
            <a:off x="1943917" y="4135255"/>
            <a:ext cx="357720" cy="342192"/>
            <a:chOff x="1973254" y="4156304"/>
            <a:chExt cx="357720" cy="342192"/>
          </a:xfrm>
        </p:grpSpPr>
        <p:sp>
          <p:nvSpPr>
            <p:cNvPr id="9824" name="Google Shape;9824;p61"/>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1"/>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1"/>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1"/>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1"/>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1"/>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1"/>
          <p:cNvGrpSpPr/>
          <p:nvPr/>
        </p:nvGrpSpPr>
        <p:grpSpPr>
          <a:xfrm>
            <a:off x="2494422" y="4136192"/>
            <a:ext cx="341049" cy="340318"/>
            <a:chOff x="2523759" y="4135505"/>
            <a:chExt cx="341049" cy="340318"/>
          </a:xfrm>
        </p:grpSpPr>
        <p:sp>
          <p:nvSpPr>
            <p:cNvPr id="9831" name="Google Shape;9831;p61"/>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1"/>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3" name="Google Shape;9833;p61"/>
          <p:cNvGrpSpPr/>
          <p:nvPr/>
        </p:nvGrpSpPr>
        <p:grpSpPr>
          <a:xfrm>
            <a:off x="3011266" y="4131175"/>
            <a:ext cx="392079" cy="350353"/>
            <a:chOff x="3040603" y="4130360"/>
            <a:chExt cx="392079" cy="350353"/>
          </a:xfrm>
        </p:grpSpPr>
        <p:sp>
          <p:nvSpPr>
            <p:cNvPr id="9834" name="Google Shape;9834;p61"/>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1"/>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1"/>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1"/>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1"/>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1"/>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1"/>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1"/>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1"/>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1"/>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61"/>
          <p:cNvGrpSpPr/>
          <p:nvPr/>
        </p:nvGrpSpPr>
        <p:grpSpPr>
          <a:xfrm>
            <a:off x="3632807" y="4136192"/>
            <a:ext cx="232955" cy="340318"/>
            <a:chOff x="3662144" y="4135505"/>
            <a:chExt cx="232955" cy="340318"/>
          </a:xfrm>
        </p:grpSpPr>
        <p:sp>
          <p:nvSpPr>
            <p:cNvPr id="9845" name="Google Shape;9845;p61"/>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1"/>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1"/>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1"/>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9" name="Google Shape;9849;p61"/>
          <p:cNvGrpSpPr/>
          <p:nvPr/>
        </p:nvGrpSpPr>
        <p:grpSpPr>
          <a:xfrm>
            <a:off x="4119801" y="4122029"/>
            <a:ext cx="344065" cy="368644"/>
            <a:chOff x="4149138" y="4121151"/>
            <a:chExt cx="344065" cy="368644"/>
          </a:xfrm>
        </p:grpSpPr>
        <p:sp>
          <p:nvSpPr>
            <p:cNvPr id="9850" name="Google Shape;9850;p61"/>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1"/>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1"/>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1"/>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1"/>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1"/>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1"/>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1"/>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1"/>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1"/>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1"/>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1"/>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2" name="Google Shape;9862;p61"/>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3" name="Google Shape;9863;p61"/>
          <p:cNvGrpSpPr/>
          <p:nvPr/>
        </p:nvGrpSpPr>
        <p:grpSpPr>
          <a:xfrm>
            <a:off x="5176925" y="4174949"/>
            <a:ext cx="397763" cy="262804"/>
            <a:chOff x="5206262" y="4174817"/>
            <a:chExt cx="397763" cy="262804"/>
          </a:xfrm>
        </p:grpSpPr>
        <p:sp>
          <p:nvSpPr>
            <p:cNvPr id="9864" name="Google Shape;9864;p61"/>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1"/>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1"/>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1"/>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1"/>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1"/>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1"/>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61"/>
          <p:cNvGrpSpPr/>
          <p:nvPr/>
        </p:nvGrpSpPr>
        <p:grpSpPr>
          <a:xfrm>
            <a:off x="5698279" y="4161342"/>
            <a:ext cx="440505" cy="290018"/>
            <a:chOff x="5727616" y="4204699"/>
            <a:chExt cx="440505" cy="290018"/>
          </a:xfrm>
        </p:grpSpPr>
        <p:sp>
          <p:nvSpPr>
            <p:cNvPr id="9872" name="Google Shape;9872;p61"/>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1"/>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1"/>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1"/>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1"/>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1"/>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1"/>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1"/>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61"/>
          <p:cNvGrpSpPr/>
          <p:nvPr/>
        </p:nvGrpSpPr>
        <p:grpSpPr>
          <a:xfrm>
            <a:off x="6380726" y="4124093"/>
            <a:ext cx="159950" cy="364516"/>
            <a:chOff x="6410063" y="4135124"/>
            <a:chExt cx="159950" cy="364516"/>
          </a:xfrm>
        </p:grpSpPr>
        <p:sp>
          <p:nvSpPr>
            <p:cNvPr id="9881" name="Google Shape;9881;p61"/>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1"/>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1"/>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1"/>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61"/>
          <p:cNvGrpSpPr/>
          <p:nvPr/>
        </p:nvGrpSpPr>
        <p:grpSpPr>
          <a:xfrm>
            <a:off x="6641065" y="4124284"/>
            <a:ext cx="214378" cy="364135"/>
            <a:chOff x="6924652" y="4135505"/>
            <a:chExt cx="214378" cy="364135"/>
          </a:xfrm>
        </p:grpSpPr>
        <p:sp>
          <p:nvSpPr>
            <p:cNvPr id="9886" name="Google Shape;9886;p61"/>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1"/>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1"/>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1"/>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0" name="Google Shape;9890;p61"/>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s-419" sz="1100">
                <a:solidFill>
                  <a:schemeClr val="lt1"/>
                </a:solidFill>
              </a:rPr>
              <a:t>You can </a:t>
            </a:r>
            <a:r>
              <a:rPr lang="es-419" sz="1100" b="1">
                <a:solidFill>
                  <a:schemeClr val="hlink"/>
                </a:solidFill>
              </a:rPr>
              <a:t>resize </a:t>
            </a:r>
            <a:r>
              <a:rPr lang="es-419"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s-419" sz="1100">
                <a:solidFill>
                  <a:schemeClr val="lt1"/>
                </a:solidFill>
              </a:rPr>
              <a:t>You can </a:t>
            </a:r>
            <a:r>
              <a:rPr lang="es-419" sz="1100" b="1">
                <a:solidFill>
                  <a:schemeClr val="hlink"/>
                </a:solidFill>
              </a:rPr>
              <a:t>change the stroke and fill color</a:t>
            </a:r>
            <a:r>
              <a:rPr lang="es-419" sz="1100">
                <a:solidFill>
                  <a:schemeClr val="lt1"/>
                </a:solidFill>
              </a:rPr>
              <a:t>; just select the icon and click on the </a:t>
            </a:r>
            <a:r>
              <a:rPr lang="es-419" sz="1100" b="1">
                <a:solidFill>
                  <a:schemeClr val="hlink"/>
                </a:solidFill>
              </a:rPr>
              <a:t>paint bucket/pen</a:t>
            </a:r>
            <a:r>
              <a:rPr lang="es-419"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s-419" sz="1100">
                <a:solidFill>
                  <a:schemeClr val="lt1"/>
                </a:solidFill>
              </a:rPr>
              <a:t>In Google Slides, you can also use </a:t>
            </a:r>
            <a:r>
              <a:rPr lang="es-419" sz="1100" b="1">
                <a:solidFill>
                  <a:schemeClr val="hlink"/>
                </a:solidFill>
                <a:uFill>
                  <a:noFill/>
                </a:uFill>
                <a:hlinkClick r:id="rId3"/>
              </a:rPr>
              <a:t>Flaticon’s extension</a:t>
            </a:r>
            <a:r>
              <a:rPr lang="es-419" sz="1100">
                <a:solidFill>
                  <a:schemeClr val="lt1"/>
                </a:solidFill>
              </a:rPr>
              <a:t>, allowing you to customize and add even more icons.</a:t>
            </a:r>
            <a:br>
              <a:rPr lang="es-419" sz="1100">
                <a:solidFill>
                  <a:srgbClr val="435D74"/>
                </a:solidFill>
              </a:rPr>
            </a:br>
            <a:endParaRPr sz="1100">
              <a:solidFill>
                <a:srgbClr val="435D74"/>
              </a:solidFill>
            </a:endParaRPr>
          </a:p>
        </p:txBody>
      </p:sp>
      <p:sp>
        <p:nvSpPr>
          <p:cNvPr id="9891" name="Google Shape;9891;p6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solidFill>
                  <a:schemeClr val="lt1"/>
                </a:solidFill>
              </a:rPr>
              <a:t>...and our sets of editable icons</a:t>
            </a:r>
            <a:endParaRPr/>
          </a:p>
        </p:txBody>
      </p:sp>
      <p:grpSp>
        <p:nvGrpSpPr>
          <p:cNvPr id="9892" name="Google Shape;9892;p61"/>
          <p:cNvGrpSpPr/>
          <p:nvPr/>
        </p:nvGrpSpPr>
        <p:grpSpPr>
          <a:xfrm>
            <a:off x="841240" y="4119220"/>
            <a:ext cx="374177" cy="374263"/>
            <a:chOff x="775325" y="4143525"/>
            <a:chExt cx="468776" cy="468884"/>
          </a:xfrm>
        </p:grpSpPr>
        <p:sp>
          <p:nvSpPr>
            <p:cNvPr id="9893" name="Google Shape;9893;p61"/>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1"/>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1"/>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1"/>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1"/>
          <p:cNvGrpSpPr/>
          <p:nvPr/>
        </p:nvGrpSpPr>
        <p:grpSpPr>
          <a:xfrm>
            <a:off x="7015917" y="4114633"/>
            <a:ext cx="219464" cy="383437"/>
            <a:chOff x="1426400" y="1814750"/>
            <a:chExt cx="407850" cy="712575"/>
          </a:xfrm>
        </p:grpSpPr>
        <p:sp>
          <p:nvSpPr>
            <p:cNvPr id="9898" name="Google Shape;9898;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1"/>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1"/>
          <p:cNvGrpSpPr/>
          <p:nvPr/>
        </p:nvGrpSpPr>
        <p:grpSpPr>
          <a:xfrm>
            <a:off x="7391519" y="4149408"/>
            <a:ext cx="313833" cy="313887"/>
            <a:chOff x="1910075" y="2021700"/>
            <a:chExt cx="583225" cy="583325"/>
          </a:xfrm>
        </p:grpSpPr>
        <p:sp>
          <p:nvSpPr>
            <p:cNvPr id="9902" name="Google Shape;9902;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5" name="Google Shape;9905;p61"/>
          <p:cNvGrpSpPr/>
          <p:nvPr/>
        </p:nvGrpSpPr>
        <p:grpSpPr>
          <a:xfrm>
            <a:off x="7861486" y="4189187"/>
            <a:ext cx="441255" cy="234329"/>
            <a:chOff x="2749275" y="2099575"/>
            <a:chExt cx="820025" cy="435475"/>
          </a:xfrm>
        </p:grpSpPr>
        <p:sp>
          <p:nvSpPr>
            <p:cNvPr id="9906" name="Google Shape;9906;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913"/>
        <p:cNvGrpSpPr/>
        <p:nvPr/>
      </p:nvGrpSpPr>
      <p:grpSpPr>
        <a:xfrm>
          <a:off x="0" y="0"/>
          <a:ext cx="0" cy="0"/>
          <a:chOff x="0" y="0"/>
          <a:chExt cx="0" cy="0"/>
        </a:xfrm>
      </p:grpSpPr>
      <p:grpSp>
        <p:nvGrpSpPr>
          <p:cNvPr id="9914" name="Google Shape;9914;p62"/>
          <p:cNvGrpSpPr/>
          <p:nvPr/>
        </p:nvGrpSpPr>
        <p:grpSpPr>
          <a:xfrm>
            <a:off x="1989449" y="4101269"/>
            <a:ext cx="374774" cy="346073"/>
            <a:chOff x="1989449" y="4282269"/>
            <a:chExt cx="374774" cy="346073"/>
          </a:xfrm>
        </p:grpSpPr>
        <p:sp>
          <p:nvSpPr>
            <p:cNvPr id="9915" name="Google Shape;9915;p62"/>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2"/>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2"/>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2"/>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2"/>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0" name="Google Shape;9920;p62"/>
          <p:cNvGrpSpPr/>
          <p:nvPr/>
        </p:nvGrpSpPr>
        <p:grpSpPr>
          <a:xfrm>
            <a:off x="2487439" y="4099740"/>
            <a:ext cx="198775" cy="348972"/>
            <a:chOff x="2487439" y="4280740"/>
            <a:chExt cx="198775" cy="348972"/>
          </a:xfrm>
        </p:grpSpPr>
        <p:sp>
          <p:nvSpPr>
            <p:cNvPr id="9921" name="Google Shape;9921;p62"/>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2"/>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2"/>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2"/>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5" name="Google Shape;9925;p62"/>
          <p:cNvGrpSpPr/>
          <p:nvPr/>
        </p:nvGrpSpPr>
        <p:grpSpPr>
          <a:xfrm>
            <a:off x="2810958" y="4092923"/>
            <a:ext cx="353145" cy="361873"/>
            <a:chOff x="2810958" y="4273923"/>
            <a:chExt cx="353145" cy="361873"/>
          </a:xfrm>
        </p:grpSpPr>
        <p:sp>
          <p:nvSpPr>
            <p:cNvPr id="9926" name="Google Shape;9926;p62"/>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2"/>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2"/>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2"/>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2"/>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2"/>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2"/>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2"/>
          <p:cNvGrpSpPr/>
          <p:nvPr/>
        </p:nvGrpSpPr>
        <p:grpSpPr>
          <a:xfrm>
            <a:off x="6275635" y="4101651"/>
            <a:ext cx="209383" cy="366778"/>
            <a:chOff x="6275635" y="4282651"/>
            <a:chExt cx="209383" cy="366778"/>
          </a:xfrm>
        </p:grpSpPr>
        <p:sp>
          <p:nvSpPr>
            <p:cNvPr id="9934" name="Google Shape;9934;p62"/>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2"/>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2"/>
          <p:cNvGrpSpPr/>
          <p:nvPr/>
        </p:nvGrpSpPr>
        <p:grpSpPr>
          <a:xfrm>
            <a:off x="6701186" y="4102033"/>
            <a:ext cx="280292" cy="366396"/>
            <a:chOff x="6701186" y="4283033"/>
            <a:chExt cx="280292" cy="366396"/>
          </a:xfrm>
        </p:grpSpPr>
        <p:sp>
          <p:nvSpPr>
            <p:cNvPr id="9937" name="Google Shape;9937;p62"/>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2"/>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2"/>
          <p:cNvGrpSpPr/>
          <p:nvPr/>
        </p:nvGrpSpPr>
        <p:grpSpPr>
          <a:xfrm>
            <a:off x="2609571" y="3643958"/>
            <a:ext cx="373627" cy="347347"/>
            <a:chOff x="2609571" y="3824958"/>
            <a:chExt cx="373627" cy="347347"/>
          </a:xfrm>
        </p:grpSpPr>
        <p:sp>
          <p:nvSpPr>
            <p:cNvPr id="9940" name="Google Shape;9940;p62"/>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2"/>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2" name="Google Shape;9942;p62"/>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3" name="Google Shape;9943;p62"/>
          <p:cNvGrpSpPr/>
          <p:nvPr/>
        </p:nvGrpSpPr>
        <p:grpSpPr>
          <a:xfrm>
            <a:off x="916127" y="3626056"/>
            <a:ext cx="221902" cy="380795"/>
            <a:chOff x="916127" y="3807056"/>
            <a:chExt cx="221902" cy="380795"/>
          </a:xfrm>
        </p:grpSpPr>
        <p:sp>
          <p:nvSpPr>
            <p:cNvPr id="9944" name="Google Shape;9944;p62"/>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2"/>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2"/>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2"/>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8" name="Google Shape;9948;p62"/>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2"/>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0" name="Google Shape;9950;p62"/>
          <p:cNvGrpSpPr/>
          <p:nvPr/>
        </p:nvGrpSpPr>
        <p:grpSpPr>
          <a:xfrm>
            <a:off x="3513010" y="3635134"/>
            <a:ext cx="362223" cy="361108"/>
            <a:chOff x="3513010" y="3816134"/>
            <a:chExt cx="362223" cy="361108"/>
          </a:xfrm>
        </p:grpSpPr>
        <p:sp>
          <p:nvSpPr>
            <p:cNvPr id="9951" name="Google Shape;9951;p62"/>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2"/>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2"/>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2"/>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62"/>
          <p:cNvGrpSpPr/>
          <p:nvPr/>
        </p:nvGrpSpPr>
        <p:grpSpPr>
          <a:xfrm>
            <a:off x="3950316" y="3639307"/>
            <a:ext cx="369805" cy="353782"/>
            <a:chOff x="3950316" y="3820307"/>
            <a:chExt cx="369805" cy="353782"/>
          </a:xfrm>
        </p:grpSpPr>
        <p:sp>
          <p:nvSpPr>
            <p:cNvPr id="9956" name="Google Shape;9956;p62"/>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2"/>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2"/>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2"/>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62"/>
          <p:cNvGrpSpPr/>
          <p:nvPr/>
        </p:nvGrpSpPr>
        <p:grpSpPr>
          <a:xfrm>
            <a:off x="1761909" y="3630961"/>
            <a:ext cx="307974" cy="371716"/>
            <a:chOff x="1761909" y="3811961"/>
            <a:chExt cx="307974" cy="371716"/>
          </a:xfrm>
        </p:grpSpPr>
        <p:sp>
          <p:nvSpPr>
            <p:cNvPr id="9961" name="Google Shape;9961;p62"/>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2"/>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2"/>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2"/>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2"/>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2"/>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2"/>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2"/>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2"/>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2"/>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2"/>
          <p:cNvGrpSpPr/>
          <p:nvPr/>
        </p:nvGrpSpPr>
        <p:grpSpPr>
          <a:xfrm>
            <a:off x="5373342" y="3627935"/>
            <a:ext cx="231395" cy="353145"/>
            <a:chOff x="5373342" y="3808935"/>
            <a:chExt cx="231395" cy="353145"/>
          </a:xfrm>
        </p:grpSpPr>
        <p:sp>
          <p:nvSpPr>
            <p:cNvPr id="9972" name="Google Shape;9972;p62"/>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2"/>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2"/>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2"/>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2"/>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2"/>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2"/>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2"/>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2"/>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1" name="Google Shape;9981;p62"/>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2" name="Google Shape;9982;p62"/>
          <p:cNvGrpSpPr/>
          <p:nvPr/>
        </p:nvGrpSpPr>
        <p:grpSpPr>
          <a:xfrm>
            <a:off x="5833775" y="3628445"/>
            <a:ext cx="235185" cy="352253"/>
            <a:chOff x="5833775" y="3809445"/>
            <a:chExt cx="235185" cy="352253"/>
          </a:xfrm>
        </p:grpSpPr>
        <p:sp>
          <p:nvSpPr>
            <p:cNvPr id="9983" name="Google Shape;9983;p62"/>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2"/>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2"/>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62"/>
          <p:cNvGrpSpPr/>
          <p:nvPr/>
        </p:nvGrpSpPr>
        <p:grpSpPr>
          <a:xfrm>
            <a:off x="4942472" y="3628318"/>
            <a:ext cx="238976" cy="352762"/>
            <a:chOff x="4942472" y="3809318"/>
            <a:chExt cx="238976" cy="352762"/>
          </a:xfrm>
        </p:grpSpPr>
        <p:sp>
          <p:nvSpPr>
            <p:cNvPr id="9987" name="Google Shape;9987;p62"/>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2"/>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2"/>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2"/>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2"/>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2"/>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2"/>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62"/>
          <p:cNvGrpSpPr/>
          <p:nvPr/>
        </p:nvGrpSpPr>
        <p:grpSpPr>
          <a:xfrm>
            <a:off x="6266525" y="3626788"/>
            <a:ext cx="260223" cy="353527"/>
            <a:chOff x="6266525" y="3807788"/>
            <a:chExt cx="260223" cy="353527"/>
          </a:xfrm>
        </p:grpSpPr>
        <p:sp>
          <p:nvSpPr>
            <p:cNvPr id="9995" name="Google Shape;9995;p62"/>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2"/>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2"/>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2"/>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9" name="Google Shape;9999;p62"/>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0" name="Google Shape;10000;p62"/>
          <p:cNvGrpSpPr/>
          <p:nvPr/>
        </p:nvGrpSpPr>
        <p:grpSpPr>
          <a:xfrm>
            <a:off x="7184363" y="3628604"/>
            <a:ext cx="202184" cy="352762"/>
            <a:chOff x="7184363" y="3809604"/>
            <a:chExt cx="202184" cy="352762"/>
          </a:xfrm>
        </p:grpSpPr>
        <p:sp>
          <p:nvSpPr>
            <p:cNvPr id="10001" name="Google Shape;10001;p62"/>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2"/>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62"/>
          <p:cNvGrpSpPr/>
          <p:nvPr/>
        </p:nvGrpSpPr>
        <p:grpSpPr>
          <a:xfrm>
            <a:off x="7571624" y="3627935"/>
            <a:ext cx="292047" cy="352762"/>
            <a:chOff x="7571624" y="3808935"/>
            <a:chExt cx="292047" cy="352762"/>
          </a:xfrm>
        </p:grpSpPr>
        <p:sp>
          <p:nvSpPr>
            <p:cNvPr id="10004" name="Google Shape;10004;p62"/>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2"/>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2"/>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2"/>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2"/>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2"/>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0" name="Google Shape;10010;p62"/>
          <p:cNvGrpSpPr/>
          <p:nvPr/>
        </p:nvGrpSpPr>
        <p:grpSpPr>
          <a:xfrm>
            <a:off x="2174559" y="3175116"/>
            <a:ext cx="364135" cy="359930"/>
            <a:chOff x="2174559" y="3356116"/>
            <a:chExt cx="364135" cy="359930"/>
          </a:xfrm>
        </p:grpSpPr>
        <p:sp>
          <p:nvSpPr>
            <p:cNvPr id="10011" name="Google Shape;10011;p62"/>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2"/>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62"/>
          <p:cNvGrpSpPr/>
          <p:nvPr/>
        </p:nvGrpSpPr>
        <p:grpSpPr>
          <a:xfrm>
            <a:off x="1731934" y="3174639"/>
            <a:ext cx="368371" cy="361554"/>
            <a:chOff x="1731934" y="3355639"/>
            <a:chExt cx="368371" cy="361554"/>
          </a:xfrm>
        </p:grpSpPr>
        <p:sp>
          <p:nvSpPr>
            <p:cNvPr id="10014" name="Google Shape;10014;p62"/>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2"/>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2"/>
          <p:cNvGrpSpPr/>
          <p:nvPr/>
        </p:nvGrpSpPr>
        <p:grpSpPr>
          <a:xfrm>
            <a:off x="3990517" y="3173173"/>
            <a:ext cx="279559" cy="363402"/>
            <a:chOff x="3990517" y="3354173"/>
            <a:chExt cx="279559" cy="363402"/>
          </a:xfrm>
        </p:grpSpPr>
        <p:sp>
          <p:nvSpPr>
            <p:cNvPr id="10017" name="Google Shape;10017;p62"/>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2"/>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2"/>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0" name="Google Shape;10020;p62"/>
          <p:cNvGrpSpPr/>
          <p:nvPr/>
        </p:nvGrpSpPr>
        <p:grpSpPr>
          <a:xfrm>
            <a:off x="3497847" y="3236374"/>
            <a:ext cx="379680" cy="237606"/>
            <a:chOff x="3497847" y="3417374"/>
            <a:chExt cx="379680" cy="237606"/>
          </a:xfrm>
        </p:grpSpPr>
        <p:sp>
          <p:nvSpPr>
            <p:cNvPr id="10021" name="Google Shape;10021;p62"/>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2"/>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2"/>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2"/>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62"/>
          <p:cNvGrpSpPr/>
          <p:nvPr/>
        </p:nvGrpSpPr>
        <p:grpSpPr>
          <a:xfrm>
            <a:off x="2612597" y="3186075"/>
            <a:ext cx="376271" cy="337982"/>
            <a:chOff x="2612597" y="3367075"/>
            <a:chExt cx="376271" cy="337982"/>
          </a:xfrm>
        </p:grpSpPr>
        <p:sp>
          <p:nvSpPr>
            <p:cNvPr id="10026" name="Google Shape;10026;p62"/>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2"/>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62"/>
          <p:cNvGrpSpPr/>
          <p:nvPr/>
        </p:nvGrpSpPr>
        <p:grpSpPr>
          <a:xfrm>
            <a:off x="3071914" y="3183431"/>
            <a:ext cx="343652" cy="342505"/>
            <a:chOff x="3071914" y="3364431"/>
            <a:chExt cx="343652" cy="342505"/>
          </a:xfrm>
        </p:grpSpPr>
        <p:sp>
          <p:nvSpPr>
            <p:cNvPr id="10029" name="Google Shape;10029;p62"/>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2"/>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2"/>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2"/>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2"/>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4" name="Google Shape;10034;p62"/>
          <p:cNvGrpSpPr/>
          <p:nvPr/>
        </p:nvGrpSpPr>
        <p:grpSpPr>
          <a:xfrm>
            <a:off x="897141" y="3178875"/>
            <a:ext cx="257962" cy="352762"/>
            <a:chOff x="897141" y="3359875"/>
            <a:chExt cx="257962" cy="352762"/>
          </a:xfrm>
        </p:grpSpPr>
        <p:sp>
          <p:nvSpPr>
            <p:cNvPr id="10035" name="Google Shape;10035;p62"/>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2"/>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2"/>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2"/>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2"/>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2"/>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2"/>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2"/>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62"/>
          <p:cNvGrpSpPr/>
          <p:nvPr/>
        </p:nvGrpSpPr>
        <p:grpSpPr>
          <a:xfrm>
            <a:off x="1333682" y="3163330"/>
            <a:ext cx="271213" cy="383088"/>
            <a:chOff x="1333682" y="3344330"/>
            <a:chExt cx="271213" cy="383088"/>
          </a:xfrm>
        </p:grpSpPr>
        <p:sp>
          <p:nvSpPr>
            <p:cNvPr id="10044" name="Google Shape;10044;p62"/>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2"/>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2"/>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2"/>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2"/>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2"/>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2"/>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2"/>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2"/>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2"/>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2"/>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5" name="Google Shape;10055;p62"/>
          <p:cNvGrpSpPr/>
          <p:nvPr/>
        </p:nvGrpSpPr>
        <p:grpSpPr>
          <a:xfrm>
            <a:off x="6664394" y="3165974"/>
            <a:ext cx="353113" cy="351998"/>
            <a:chOff x="6664394" y="3346974"/>
            <a:chExt cx="353113" cy="351998"/>
          </a:xfrm>
        </p:grpSpPr>
        <p:sp>
          <p:nvSpPr>
            <p:cNvPr id="10056" name="Google Shape;10056;p62"/>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2"/>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2"/>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2"/>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2"/>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62"/>
          <p:cNvGrpSpPr/>
          <p:nvPr/>
        </p:nvGrpSpPr>
        <p:grpSpPr>
          <a:xfrm>
            <a:off x="849741" y="1778307"/>
            <a:ext cx="399398" cy="375443"/>
            <a:chOff x="849741" y="1959307"/>
            <a:chExt cx="399398" cy="375443"/>
          </a:xfrm>
        </p:grpSpPr>
        <p:sp>
          <p:nvSpPr>
            <p:cNvPr id="10062" name="Google Shape;10062;p62"/>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2"/>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62"/>
          <p:cNvGrpSpPr/>
          <p:nvPr/>
        </p:nvGrpSpPr>
        <p:grpSpPr>
          <a:xfrm>
            <a:off x="1284212" y="1782766"/>
            <a:ext cx="379489" cy="366046"/>
            <a:chOff x="1284212" y="1963766"/>
            <a:chExt cx="379489" cy="366046"/>
          </a:xfrm>
        </p:grpSpPr>
        <p:sp>
          <p:nvSpPr>
            <p:cNvPr id="10065" name="Google Shape;10065;p62"/>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2"/>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7" name="Google Shape;10067;p62"/>
          <p:cNvGrpSpPr/>
          <p:nvPr/>
        </p:nvGrpSpPr>
        <p:grpSpPr>
          <a:xfrm>
            <a:off x="3037766" y="1788564"/>
            <a:ext cx="370219" cy="354928"/>
            <a:chOff x="3037766" y="1969564"/>
            <a:chExt cx="370219" cy="354928"/>
          </a:xfrm>
        </p:grpSpPr>
        <p:sp>
          <p:nvSpPr>
            <p:cNvPr id="10068" name="Google Shape;10068;p62"/>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2"/>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2"/>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2"/>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2"/>
          <p:cNvGrpSpPr/>
          <p:nvPr/>
        </p:nvGrpSpPr>
        <p:grpSpPr>
          <a:xfrm>
            <a:off x="3982553" y="1790730"/>
            <a:ext cx="304566" cy="350501"/>
            <a:chOff x="3982553" y="1971730"/>
            <a:chExt cx="304566" cy="350501"/>
          </a:xfrm>
        </p:grpSpPr>
        <p:sp>
          <p:nvSpPr>
            <p:cNvPr id="10073" name="Google Shape;10073;p62"/>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2"/>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62"/>
          <p:cNvGrpSpPr/>
          <p:nvPr/>
        </p:nvGrpSpPr>
        <p:grpSpPr>
          <a:xfrm>
            <a:off x="2567841" y="1813124"/>
            <a:ext cx="399812" cy="306477"/>
            <a:chOff x="2567841" y="1994124"/>
            <a:chExt cx="399812" cy="306477"/>
          </a:xfrm>
        </p:grpSpPr>
        <p:sp>
          <p:nvSpPr>
            <p:cNvPr id="10076" name="Google Shape;10076;p62"/>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2"/>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2"/>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62"/>
          <p:cNvGrpSpPr/>
          <p:nvPr/>
        </p:nvGrpSpPr>
        <p:grpSpPr>
          <a:xfrm>
            <a:off x="2212084" y="1779358"/>
            <a:ext cx="324698" cy="372863"/>
            <a:chOff x="2212084" y="1960358"/>
            <a:chExt cx="324698" cy="372863"/>
          </a:xfrm>
        </p:grpSpPr>
        <p:sp>
          <p:nvSpPr>
            <p:cNvPr id="10080" name="Google Shape;10080;p62"/>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2"/>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2"/>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62"/>
          <p:cNvGrpSpPr/>
          <p:nvPr/>
        </p:nvGrpSpPr>
        <p:grpSpPr>
          <a:xfrm>
            <a:off x="1805901" y="1779358"/>
            <a:ext cx="284847" cy="373627"/>
            <a:chOff x="1805901" y="1960358"/>
            <a:chExt cx="284847" cy="373627"/>
          </a:xfrm>
        </p:grpSpPr>
        <p:sp>
          <p:nvSpPr>
            <p:cNvPr id="10084" name="Google Shape;10084;p62"/>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2"/>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2"/>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2"/>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2"/>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9" name="Google Shape;10089;p62"/>
          <p:cNvGrpSpPr/>
          <p:nvPr/>
        </p:nvGrpSpPr>
        <p:grpSpPr>
          <a:xfrm>
            <a:off x="6656812" y="1848388"/>
            <a:ext cx="368690" cy="245793"/>
            <a:chOff x="6656812" y="2029388"/>
            <a:chExt cx="368690" cy="245793"/>
          </a:xfrm>
        </p:grpSpPr>
        <p:sp>
          <p:nvSpPr>
            <p:cNvPr id="10090" name="Google Shape;10090;p62"/>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2"/>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2"/>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2"/>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2"/>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2"/>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2"/>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2"/>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2"/>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2"/>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0" name="Google Shape;10100;p62"/>
          <p:cNvGrpSpPr/>
          <p:nvPr/>
        </p:nvGrpSpPr>
        <p:grpSpPr>
          <a:xfrm>
            <a:off x="4869651" y="1831218"/>
            <a:ext cx="376654" cy="281566"/>
            <a:chOff x="4869651" y="2012218"/>
            <a:chExt cx="376654" cy="281566"/>
          </a:xfrm>
        </p:grpSpPr>
        <p:sp>
          <p:nvSpPr>
            <p:cNvPr id="10101" name="Google Shape;10101;p62"/>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2"/>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2"/>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2"/>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5" name="Google Shape;10105;p62"/>
          <p:cNvGrpSpPr/>
          <p:nvPr/>
        </p:nvGrpSpPr>
        <p:grpSpPr>
          <a:xfrm>
            <a:off x="5306224" y="1831313"/>
            <a:ext cx="367925" cy="281694"/>
            <a:chOff x="5306224" y="2012313"/>
            <a:chExt cx="367925" cy="281694"/>
          </a:xfrm>
        </p:grpSpPr>
        <p:sp>
          <p:nvSpPr>
            <p:cNvPr id="10106" name="Google Shape;10106;p62"/>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2"/>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8" name="Google Shape;10108;p62"/>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9" name="Google Shape;10109;p62"/>
          <p:cNvGrpSpPr/>
          <p:nvPr/>
        </p:nvGrpSpPr>
        <p:grpSpPr>
          <a:xfrm>
            <a:off x="6195998" y="1802102"/>
            <a:ext cx="368308" cy="338746"/>
            <a:chOff x="6195998" y="1983102"/>
            <a:chExt cx="368308" cy="338746"/>
          </a:xfrm>
        </p:grpSpPr>
        <p:sp>
          <p:nvSpPr>
            <p:cNvPr id="10110" name="Google Shape;10110;p62"/>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2"/>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2"/>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62"/>
          <p:cNvGrpSpPr/>
          <p:nvPr/>
        </p:nvGrpSpPr>
        <p:grpSpPr>
          <a:xfrm>
            <a:off x="7542031" y="1830835"/>
            <a:ext cx="369072" cy="280037"/>
            <a:chOff x="7542031" y="2011835"/>
            <a:chExt cx="369072" cy="280037"/>
          </a:xfrm>
        </p:grpSpPr>
        <p:sp>
          <p:nvSpPr>
            <p:cNvPr id="10114" name="Google Shape;10114;p62"/>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2"/>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2"/>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2"/>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2"/>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2"/>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2"/>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2"/>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2"/>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62"/>
          <p:cNvGrpSpPr/>
          <p:nvPr/>
        </p:nvGrpSpPr>
        <p:grpSpPr>
          <a:xfrm>
            <a:off x="8010427" y="3167503"/>
            <a:ext cx="278795" cy="351615"/>
            <a:chOff x="8010427" y="3348503"/>
            <a:chExt cx="278795" cy="351615"/>
          </a:xfrm>
        </p:grpSpPr>
        <p:sp>
          <p:nvSpPr>
            <p:cNvPr id="10124" name="Google Shape;10124;p62"/>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2"/>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2"/>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2"/>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8" name="Google Shape;10128;p62"/>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9" name="Google Shape;10129;p62"/>
          <p:cNvGrpSpPr/>
          <p:nvPr/>
        </p:nvGrpSpPr>
        <p:grpSpPr>
          <a:xfrm>
            <a:off x="7141900" y="3168204"/>
            <a:ext cx="281057" cy="351010"/>
            <a:chOff x="7141900" y="3349204"/>
            <a:chExt cx="281057" cy="351010"/>
          </a:xfrm>
        </p:grpSpPr>
        <p:sp>
          <p:nvSpPr>
            <p:cNvPr id="10130" name="Google Shape;10130;p62"/>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2"/>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2"/>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3" name="Google Shape;10133;p62"/>
          <p:cNvGrpSpPr/>
          <p:nvPr/>
        </p:nvGrpSpPr>
        <p:grpSpPr>
          <a:xfrm>
            <a:off x="5314188" y="3169032"/>
            <a:ext cx="363752" cy="353113"/>
            <a:chOff x="5314188" y="3350032"/>
            <a:chExt cx="363752" cy="353113"/>
          </a:xfrm>
        </p:grpSpPr>
        <p:sp>
          <p:nvSpPr>
            <p:cNvPr id="10134" name="Google Shape;10134;p62"/>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2"/>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62"/>
          <p:cNvGrpSpPr/>
          <p:nvPr/>
        </p:nvGrpSpPr>
        <p:grpSpPr>
          <a:xfrm>
            <a:off x="5829984" y="3169032"/>
            <a:ext cx="220755" cy="352348"/>
            <a:chOff x="5829984" y="3350032"/>
            <a:chExt cx="220755" cy="352348"/>
          </a:xfrm>
        </p:grpSpPr>
        <p:sp>
          <p:nvSpPr>
            <p:cNvPr id="10137" name="Google Shape;10137;p62"/>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2"/>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2"/>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2"/>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1" name="Google Shape;10141;p62"/>
          <p:cNvGrpSpPr/>
          <p:nvPr/>
        </p:nvGrpSpPr>
        <p:grpSpPr>
          <a:xfrm>
            <a:off x="4882170" y="3168841"/>
            <a:ext cx="358464" cy="352316"/>
            <a:chOff x="4882170" y="3349841"/>
            <a:chExt cx="358464" cy="352316"/>
          </a:xfrm>
        </p:grpSpPr>
        <p:sp>
          <p:nvSpPr>
            <p:cNvPr id="10142" name="Google Shape;10142;p62"/>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2"/>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4" name="Google Shape;10144;p62"/>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2"/>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2"/>
          <p:cNvGrpSpPr/>
          <p:nvPr/>
        </p:nvGrpSpPr>
        <p:grpSpPr>
          <a:xfrm>
            <a:off x="3044965" y="2254220"/>
            <a:ext cx="400194" cy="324316"/>
            <a:chOff x="3044965" y="2435220"/>
            <a:chExt cx="400194" cy="324316"/>
          </a:xfrm>
        </p:grpSpPr>
        <p:sp>
          <p:nvSpPr>
            <p:cNvPr id="10147" name="Google Shape;10147;p62"/>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2"/>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62"/>
          <p:cNvGrpSpPr/>
          <p:nvPr/>
        </p:nvGrpSpPr>
        <p:grpSpPr>
          <a:xfrm>
            <a:off x="6203579" y="3167981"/>
            <a:ext cx="351615" cy="350373"/>
            <a:chOff x="6203579" y="3348981"/>
            <a:chExt cx="351615" cy="350373"/>
          </a:xfrm>
        </p:grpSpPr>
        <p:sp>
          <p:nvSpPr>
            <p:cNvPr id="10151" name="Google Shape;10151;p62"/>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2"/>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2"/>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62"/>
          <p:cNvGrpSpPr/>
          <p:nvPr/>
        </p:nvGrpSpPr>
        <p:grpSpPr>
          <a:xfrm>
            <a:off x="4878379" y="2292892"/>
            <a:ext cx="367161" cy="287523"/>
            <a:chOff x="4878379" y="2473892"/>
            <a:chExt cx="367161" cy="287523"/>
          </a:xfrm>
        </p:grpSpPr>
        <p:sp>
          <p:nvSpPr>
            <p:cNvPr id="10157" name="Google Shape;10157;p62"/>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2"/>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2"/>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2"/>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2"/>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2"/>
          <p:cNvGrpSpPr/>
          <p:nvPr/>
        </p:nvGrpSpPr>
        <p:grpSpPr>
          <a:xfrm>
            <a:off x="1325719" y="2706689"/>
            <a:ext cx="290581" cy="372481"/>
            <a:chOff x="1325719" y="2887689"/>
            <a:chExt cx="290581" cy="372481"/>
          </a:xfrm>
        </p:grpSpPr>
        <p:sp>
          <p:nvSpPr>
            <p:cNvPr id="10163" name="Google Shape;10163;p62"/>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5" name="Google Shape;10165;p62"/>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6" name="Google Shape;10166;p62"/>
          <p:cNvGrpSpPr/>
          <p:nvPr/>
        </p:nvGrpSpPr>
        <p:grpSpPr>
          <a:xfrm>
            <a:off x="3510335" y="2711499"/>
            <a:ext cx="360726" cy="361204"/>
            <a:chOff x="3510335" y="2892499"/>
            <a:chExt cx="360726" cy="361204"/>
          </a:xfrm>
        </p:grpSpPr>
        <p:sp>
          <p:nvSpPr>
            <p:cNvPr id="10167" name="Google Shape;10167;p62"/>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2"/>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2"/>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62"/>
          <p:cNvGrpSpPr/>
          <p:nvPr/>
        </p:nvGrpSpPr>
        <p:grpSpPr>
          <a:xfrm>
            <a:off x="3086313" y="2696049"/>
            <a:ext cx="320143" cy="392581"/>
            <a:chOff x="3086313" y="2877049"/>
            <a:chExt cx="320143" cy="392581"/>
          </a:xfrm>
        </p:grpSpPr>
        <p:sp>
          <p:nvSpPr>
            <p:cNvPr id="10173" name="Google Shape;10173;p62"/>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2"/>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2"/>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2"/>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2"/>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5" name="Google Shape;10185;p62"/>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6" name="Google Shape;10186;p62"/>
          <p:cNvGrpSpPr/>
          <p:nvPr/>
        </p:nvGrpSpPr>
        <p:grpSpPr>
          <a:xfrm>
            <a:off x="861113" y="2704746"/>
            <a:ext cx="333809" cy="373277"/>
            <a:chOff x="861113" y="2885746"/>
            <a:chExt cx="333809" cy="373277"/>
          </a:xfrm>
        </p:grpSpPr>
        <p:sp>
          <p:nvSpPr>
            <p:cNvPr id="10187" name="Google Shape;10187;p62"/>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0" name="Google Shape;10190;p62"/>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2"/>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2" name="Google Shape;10192;p62"/>
          <p:cNvGrpSpPr/>
          <p:nvPr/>
        </p:nvGrpSpPr>
        <p:grpSpPr>
          <a:xfrm>
            <a:off x="1297654" y="1323481"/>
            <a:ext cx="349354" cy="362223"/>
            <a:chOff x="1297654" y="1504481"/>
            <a:chExt cx="349354" cy="362223"/>
          </a:xfrm>
        </p:grpSpPr>
        <p:sp>
          <p:nvSpPr>
            <p:cNvPr id="10193" name="Google Shape;10193;p62"/>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2"/>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2"/>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6" name="Google Shape;10196;p62"/>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7" name="Google Shape;10197;p62"/>
          <p:cNvGrpSpPr/>
          <p:nvPr/>
        </p:nvGrpSpPr>
        <p:grpSpPr>
          <a:xfrm>
            <a:off x="852385" y="1329916"/>
            <a:ext cx="353145" cy="351998"/>
            <a:chOff x="852385" y="1510916"/>
            <a:chExt cx="353145" cy="351998"/>
          </a:xfrm>
        </p:grpSpPr>
        <p:sp>
          <p:nvSpPr>
            <p:cNvPr id="10198" name="Google Shape;10198;p62"/>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2"/>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2"/>
          <p:cNvGrpSpPr/>
          <p:nvPr/>
        </p:nvGrpSpPr>
        <p:grpSpPr>
          <a:xfrm>
            <a:off x="1745217" y="1334471"/>
            <a:ext cx="343269" cy="342505"/>
            <a:chOff x="1745217" y="1515471"/>
            <a:chExt cx="343269" cy="342505"/>
          </a:xfrm>
        </p:grpSpPr>
        <p:sp>
          <p:nvSpPr>
            <p:cNvPr id="10202" name="Google Shape;10202;p62"/>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2"/>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2"/>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6" name="Google Shape;10206;p62"/>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7" name="Google Shape;10207;p62"/>
          <p:cNvGrpSpPr/>
          <p:nvPr/>
        </p:nvGrpSpPr>
        <p:grpSpPr>
          <a:xfrm>
            <a:off x="3042703" y="1348137"/>
            <a:ext cx="411535" cy="315587"/>
            <a:chOff x="3042703" y="1529137"/>
            <a:chExt cx="411535" cy="315587"/>
          </a:xfrm>
        </p:grpSpPr>
        <p:sp>
          <p:nvSpPr>
            <p:cNvPr id="10208" name="Google Shape;10208;p62"/>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2"/>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2"/>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2"/>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2"/>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2"/>
          <p:cNvGrpSpPr/>
          <p:nvPr/>
        </p:nvGrpSpPr>
        <p:grpSpPr>
          <a:xfrm>
            <a:off x="2629289" y="1363682"/>
            <a:ext cx="350501" cy="284497"/>
            <a:chOff x="2629289" y="1544682"/>
            <a:chExt cx="350501" cy="284497"/>
          </a:xfrm>
        </p:grpSpPr>
        <p:sp>
          <p:nvSpPr>
            <p:cNvPr id="10219" name="Google Shape;10219;p62"/>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2"/>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2"/>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2"/>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2"/>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2"/>
          <p:cNvGrpSpPr/>
          <p:nvPr/>
        </p:nvGrpSpPr>
        <p:grpSpPr>
          <a:xfrm>
            <a:off x="5305077" y="1321633"/>
            <a:ext cx="367893" cy="365218"/>
            <a:chOff x="5305077" y="1502633"/>
            <a:chExt cx="367893" cy="365218"/>
          </a:xfrm>
        </p:grpSpPr>
        <p:sp>
          <p:nvSpPr>
            <p:cNvPr id="10225" name="Google Shape;10225;p62"/>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62"/>
          <p:cNvGrpSpPr/>
          <p:nvPr/>
        </p:nvGrpSpPr>
        <p:grpSpPr>
          <a:xfrm>
            <a:off x="7100170" y="1319117"/>
            <a:ext cx="368308" cy="367033"/>
            <a:chOff x="7100170" y="1500117"/>
            <a:chExt cx="368308" cy="367033"/>
          </a:xfrm>
        </p:grpSpPr>
        <p:sp>
          <p:nvSpPr>
            <p:cNvPr id="10228" name="Google Shape;10228;p62"/>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2"/>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2"/>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2"/>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2"/>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2"/>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2"/>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2"/>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2"/>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2"/>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2"/>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2"/>
          <p:cNvGrpSpPr/>
          <p:nvPr/>
        </p:nvGrpSpPr>
        <p:grpSpPr>
          <a:xfrm>
            <a:off x="6649231" y="1319021"/>
            <a:ext cx="390287" cy="367065"/>
            <a:chOff x="6649231" y="1500021"/>
            <a:chExt cx="390287" cy="367065"/>
          </a:xfrm>
        </p:grpSpPr>
        <p:sp>
          <p:nvSpPr>
            <p:cNvPr id="10243" name="Google Shape;10243;p62"/>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2"/>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2"/>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2"/>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2"/>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2"/>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62"/>
          <p:cNvGrpSpPr/>
          <p:nvPr/>
        </p:nvGrpSpPr>
        <p:grpSpPr>
          <a:xfrm>
            <a:off x="5746938" y="1362503"/>
            <a:ext cx="387261" cy="280356"/>
            <a:chOff x="5746938" y="1543503"/>
            <a:chExt cx="387261" cy="280356"/>
          </a:xfrm>
        </p:grpSpPr>
        <p:sp>
          <p:nvSpPr>
            <p:cNvPr id="10256" name="Google Shape;10256;p62"/>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2"/>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62"/>
          <p:cNvGrpSpPr/>
          <p:nvPr/>
        </p:nvGrpSpPr>
        <p:grpSpPr>
          <a:xfrm>
            <a:off x="6196730" y="1344346"/>
            <a:ext cx="369072" cy="317467"/>
            <a:chOff x="6196730" y="1525346"/>
            <a:chExt cx="369072" cy="317467"/>
          </a:xfrm>
        </p:grpSpPr>
        <p:sp>
          <p:nvSpPr>
            <p:cNvPr id="10259" name="Google Shape;10259;p62"/>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2"/>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2"/>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2" name="Google Shape;10262;p62"/>
          <p:cNvGrpSpPr/>
          <p:nvPr/>
        </p:nvGrpSpPr>
        <p:grpSpPr>
          <a:xfrm>
            <a:off x="4940592" y="1319690"/>
            <a:ext cx="246558" cy="367161"/>
            <a:chOff x="4940592" y="1500690"/>
            <a:chExt cx="246558" cy="367161"/>
          </a:xfrm>
        </p:grpSpPr>
        <p:sp>
          <p:nvSpPr>
            <p:cNvPr id="10263" name="Google Shape;10263;p62"/>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2"/>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62"/>
          <p:cNvGrpSpPr/>
          <p:nvPr/>
        </p:nvGrpSpPr>
        <p:grpSpPr>
          <a:xfrm>
            <a:off x="7964906" y="1318894"/>
            <a:ext cx="380858" cy="367575"/>
            <a:chOff x="7964906" y="1499894"/>
            <a:chExt cx="380858" cy="367575"/>
          </a:xfrm>
        </p:grpSpPr>
        <p:sp>
          <p:nvSpPr>
            <p:cNvPr id="10268" name="Google Shape;10268;p62"/>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2"/>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2"/>
          <p:cNvGrpSpPr/>
          <p:nvPr/>
        </p:nvGrpSpPr>
        <p:grpSpPr>
          <a:xfrm>
            <a:off x="8007400" y="2721278"/>
            <a:ext cx="285230" cy="355597"/>
            <a:chOff x="8007400" y="2902278"/>
            <a:chExt cx="285230" cy="355597"/>
          </a:xfrm>
        </p:grpSpPr>
        <p:sp>
          <p:nvSpPr>
            <p:cNvPr id="10273" name="Google Shape;10273;p62"/>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2"/>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5" name="Google Shape;10275;p62"/>
          <p:cNvGrpSpPr/>
          <p:nvPr/>
        </p:nvGrpSpPr>
        <p:grpSpPr>
          <a:xfrm>
            <a:off x="6219124" y="2721788"/>
            <a:ext cx="318231" cy="355470"/>
            <a:chOff x="6219124" y="2902788"/>
            <a:chExt cx="318231" cy="355470"/>
          </a:xfrm>
        </p:grpSpPr>
        <p:sp>
          <p:nvSpPr>
            <p:cNvPr id="10276" name="Google Shape;10276;p62"/>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2"/>
          <p:cNvGrpSpPr/>
          <p:nvPr/>
        </p:nvGrpSpPr>
        <p:grpSpPr>
          <a:xfrm>
            <a:off x="4969421" y="2721852"/>
            <a:ext cx="185109" cy="355406"/>
            <a:chOff x="4969421" y="2902852"/>
            <a:chExt cx="185109" cy="355406"/>
          </a:xfrm>
        </p:grpSpPr>
        <p:sp>
          <p:nvSpPr>
            <p:cNvPr id="10280" name="Google Shape;10280;p62"/>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2"/>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2"/>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2"/>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8" name="Google Shape;10288;p62"/>
          <p:cNvGrpSpPr/>
          <p:nvPr/>
        </p:nvGrpSpPr>
        <p:grpSpPr>
          <a:xfrm>
            <a:off x="6685259" y="2721852"/>
            <a:ext cx="311414" cy="355406"/>
            <a:chOff x="6685259" y="2902852"/>
            <a:chExt cx="311414" cy="355406"/>
          </a:xfrm>
        </p:grpSpPr>
        <p:sp>
          <p:nvSpPr>
            <p:cNvPr id="10289" name="Google Shape;10289;p62"/>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2"/>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2"/>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62"/>
          <p:cNvGrpSpPr/>
          <p:nvPr/>
        </p:nvGrpSpPr>
        <p:grpSpPr>
          <a:xfrm>
            <a:off x="5309250" y="2722170"/>
            <a:ext cx="359579" cy="355852"/>
            <a:chOff x="5309250" y="2903170"/>
            <a:chExt cx="359579" cy="355852"/>
          </a:xfrm>
        </p:grpSpPr>
        <p:sp>
          <p:nvSpPr>
            <p:cNvPr id="10293" name="Google Shape;10293;p62"/>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62"/>
          <p:cNvGrpSpPr/>
          <p:nvPr/>
        </p:nvGrpSpPr>
        <p:grpSpPr>
          <a:xfrm>
            <a:off x="2199565" y="2240172"/>
            <a:ext cx="312179" cy="353431"/>
            <a:chOff x="2199565" y="2421172"/>
            <a:chExt cx="312179" cy="353431"/>
          </a:xfrm>
        </p:grpSpPr>
        <p:sp>
          <p:nvSpPr>
            <p:cNvPr id="10297" name="Google Shape;10297;p62"/>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62"/>
          <p:cNvGrpSpPr/>
          <p:nvPr/>
        </p:nvGrpSpPr>
        <p:grpSpPr>
          <a:xfrm>
            <a:off x="1750887" y="2244727"/>
            <a:ext cx="320143" cy="343269"/>
            <a:chOff x="1750887" y="2425727"/>
            <a:chExt cx="320143" cy="343269"/>
          </a:xfrm>
        </p:grpSpPr>
        <p:sp>
          <p:nvSpPr>
            <p:cNvPr id="10300" name="Google Shape;10300;p62"/>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2"/>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2" name="Google Shape;10302;p62"/>
          <p:cNvGrpSpPr/>
          <p:nvPr/>
        </p:nvGrpSpPr>
        <p:grpSpPr>
          <a:xfrm>
            <a:off x="1298037" y="2244727"/>
            <a:ext cx="338364" cy="342887"/>
            <a:chOff x="1298037" y="2425727"/>
            <a:chExt cx="338364" cy="342887"/>
          </a:xfrm>
        </p:grpSpPr>
        <p:sp>
          <p:nvSpPr>
            <p:cNvPr id="10303" name="Google Shape;10303;p62"/>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2"/>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7" name="Google Shape;10307;p62"/>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8" name="Google Shape;10308;p62"/>
          <p:cNvGrpSpPr/>
          <p:nvPr/>
        </p:nvGrpSpPr>
        <p:grpSpPr>
          <a:xfrm>
            <a:off x="3974207" y="2248009"/>
            <a:ext cx="320143" cy="338491"/>
            <a:chOff x="3974207" y="2429009"/>
            <a:chExt cx="320143" cy="338491"/>
          </a:xfrm>
        </p:grpSpPr>
        <p:sp>
          <p:nvSpPr>
            <p:cNvPr id="10309" name="Google Shape;10309;p62"/>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2"/>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62"/>
          <p:cNvGrpSpPr/>
          <p:nvPr/>
        </p:nvGrpSpPr>
        <p:grpSpPr>
          <a:xfrm>
            <a:off x="2623237" y="2250047"/>
            <a:ext cx="355024" cy="332630"/>
            <a:chOff x="2623237" y="2431047"/>
            <a:chExt cx="355024" cy="332630"/>
          </a:xfrm>
        </p:grpSpPr>
        <p:sp>
          <p:nvSpPr>
            <p:cNvPr id="10312" name="Google Shape;10312;p62"/>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2"/>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62"/>
          <p:cNvGrpSpPr/>
          <p:nvPr/>
        </p:nvGrpSpPr>
        <p:grpSpPr>
          <a:xfrm>
            <a:off x="6657194" y="2253073"/>
            <a:ext cx="375507" cy="367925"/>
            <a:chOff x="6657194" y="2434073"/>
            <a:chExt cx="375507" cy="367925"/>
          </a:xfrm>
        </p:grpSpPr>
        <p:sp>
          <p:nvSpPr>
            <p:cNvPr id="10317" name="Google Shape;10317;p62"/>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2"/>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2"/>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0" name="Google Shape;10320;p62"/>
          <p:cNvGrpSpPr/>
          <p:nvPr/>
        </p:nvGrpSpPr>
        <p:grpSpPr>
          <a:xfrm>
            <a:off x="7101317" y="2260655"/>
            <a:ext cx="367925" cy="352380"/>
            <a:chOff x="7101317" y="2441655"/>
            <a:chExt cx="367925" cy="352380"/>
          </a:xfrm>
        </p:grpSpPr>
        <p:sp>
          <p:nvSpPr>
            <p:cNvPr id="10321" name="Google Shape;10321;p62"/>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62"/>
          <p:cNvGrpSpPr/>
          <p:nvPr/>
        </p:nvGrpSpPr>
        <p:grpSpPr>
          <a:xfrm>
            <a:off x="5756399" y="2253456"/>
            <a:ext cx="367925" cy="367161"/>
            <a:chOff x="5756399" y="2434456"/>
            <a:chExt cx="367925" cy="367161"/>
          </a:xfrm>
        </p:grpSpPr>
        <p:sp>
          <p:nvSpPr>
            <p:cNvPr id="10324" name="Google Shape;10324;p62"/>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2"/>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2"/>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1" name="Google Shape;10331;p62"/>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2"/>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3" name="Google Shape;10333;p62"/>
          <p:cNvGrpSpPr/>
          <p:nvPr/>
        </p:nvGrpSpPr>
        <p:grpSpPr>
          <a:xfrm>
            <a:off x="7964906" y="2253073"/>
            <a:ext cx="373627" cy="367925"/>
            <a:chOff x="7964906" y="2434073"/>
            <a:chExt cx="373627" cy="367925"/>
          </a:xfrm>
        </p:grpSpPr>
        <p:sp>
          <p:nvSpPr>
            <p:cNvPr id="10334" name="Google Shape;10334;p62"/>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2"/>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62"/>
          <p:cNvGrpSpPr/>
          <p:nvPr/>
        </p:nvGrpSpPr>
        <p:grpSpPr>
          <a:xfrm>
            <a:off x="6194086" y="2256737"/>
            <a:ext cx="369837" cy="360471"/>
            <a:chOff x="6194086" y="2437737"/>
            <a:chExt cx="369837" cy="360471"/>
          </a:xfrm>
        </p:grpSpPr>
        <p:sp>
          <p:nvSpPr>
            <p:cNvPr id="10337" name="Google Shape;10337;p62"/>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2"/>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9" name="Google Shape;10339;p62"/>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Educational Icons</a:t>
            </a:r>
            <a:endParaRPr sz="2400">
              <a:solidFill>
                <a:srgbClr val="FFFFFF"/>
              </a:solidFill>
            </a:endParaRPr>
          </a:p>
        </p:txBody>
      </p:sp>
      <p:sp>
        <p:nvSpPr>
          <p:cNvPr id="10340" name="Google Shape;10340;p62"/>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44"/>
        <p:cNvGrpSpPr/>
        <p:nvPr/>
      </p:nvGrpSpPr>
      <p:grpSpPr>
        <a:xfrm>
          <a:off x="0" y="0"/>
          <a:ext cx="0" cy="0"/>
          <a:chOff x="0" y="0"/>
          <a:chExt cx="0" cy="0"/>
        </a:xfrm>
      </p:grpSpPr>
      <p:grpSp>
        <p:nvGrpSpPr>
          <p:cNvPr id="10345" name="Google Shape;10345;p63"/>
          <p:cNvGrpSpPr/>
          <p:nvPr/>
        </p:nvGrpSpPr>
        <p:grpSpPr>
          <a:xfrm>
            <a:off x="3122257" y="1334344"/>
            <a:ext cx="294850" cy="349434"/>
            <a:chOff x="3122257" y="1508594"/>
            <a:chExt cx="294850" cy="349434"/>
          </a:xfrm>
        </p:grpSpPr>
        <p:sp>
          <p:nvSpPr>
            <p:cNvPr id="10346" name="Google Shape;10346;p63"/>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3"/>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3"/>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3"/>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3"/>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63"/>
          <p:cNvGrpSpPr/>
          <p:nvPr/>
        </p:nvGrpSpPr>
        <p:grpSpPr>
          <a:xfrm>
            <a:off x="910723" y="1333962"/>
            <a:ext cx="251660" cy="350166"/>
            <a:chOff x="910723" y="1508212"/>
            <a:chExt cx="251660" cy="350166"/>
          </a:xfrm>
        </p:grpSpPr>
        <p:sp>
          <p:nvSpPr>
            <p:cNvPr id="10352" name="Google Shape;10352;p63"/>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3"/>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3"/>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3"/>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3"/>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3"/>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3"/>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3"/>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3"/>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3"/>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3"/>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3"/>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3"/>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3"/>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3"/>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3"/>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3"/>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3"/>
          <p:cNvGrpSpPr/>
          <p:nvPr/>
        </p:nvGrpSpPr>
        <p:grpSpPr>
          <a:xfrm>
            <a:off x="1308631" y="1333580"/>
            <a:ext cx="350166" cy="350198"/>
            <a:chOff x="1308631" y="1507830"/>
            <a:chExt cx="350166" cy="350198"/>
          </a:xfrm>
        </p:grpSpPr>
        <p:sp>
          <p:nvSpPr>
            <p:cNvPr id="10370" name="Google Shape;10370;p63"/>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3"/>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3"/>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3"/>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3"/>
          <p:cNvGrpSpPr/>
          <p:nvPr/>
        </p:nvGrpSpPr>
        <p:grpSpPr>
          <a:xfrm>
            <a:off x="1756921" y="1335489"/>
            <a:ext cx="345997" cy="345997"/>
            <a:chOff x="1756921" y="1509739"/>
            <a:chExt cx="345997" cy="345997"/>
          </a:xfrm>
        </p:grpSpPr>
        <p:sp>
          <p:nvSpPr>
            <p:cNvPr id="10375" name="Google Shape;10375;p63"/>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3"/>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3"/>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3"/>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3"/>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3"/>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3"/>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3"/>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3"/>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3"/>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3"/>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3"/>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3"/>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3"/>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3"/>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3"/>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3"/>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63"/>
          <p:cNvGrpSpPr/>
          <p:nvPr/>
        </p:nvGrpSpPr>
        <p:grpSpPr>
          <a:xfrm>
            <a:off x="2216956" y="1336253"/>
            <a:ext cx="318721" cy="345615"/>
            <a:chOff x="2216956" y="1510503"/>
            <a:chExt cx="318721" cy="345615"/>
          </a:xfrm>
        </p:grpSpPr>
        <p:sp>
          <p:nvSpPr>
            <p:cNvPr id="10393" name="Google Shape;10393;p63"/>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3"/>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3"/>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3"/>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3"/>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3"/>
          <p:cNvGrpSpPr/>
          <p:nvPr/>
        </p:nvGrpSpPr>
        <p:grpSpPr>
          <a:xfrm>
            <a:off x="3988156" y="1394211"/>
            <a:ext cx="349052" cy="230049"/>
            <a:chOff x="3988156" y="1568461"/>
            <a:chExt cx="349052" cy="230049"/>
          </a:xfrm>
        </p:grpSpPr>
        <p:sp>
          <p:nvSpPr>
            <p:cNvPr id="10399" name="Google Shape;10399;p63"/>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3"/>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3"/>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3"/>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3"/>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3"/>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3"/>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63"/>
          <p:cNvGrpSpPr/>
          <p:nvPr/>
        </p:nvGrpSpPr>
        <p:grpSpPr>
          <a:xfrm>
            <a:off x="2633037" y="1325623"/>
            <a:ext cx="379002" cy="366112"/>
            <a:chOff x="2633037" y="1499873"/>
            <a:chExt cx="379002" cy="366112"/>
          </a:xfrm>
        </p:grpSpPr>
        <p:sp>
          <p:nvSpPr>
            <p:cNvPr id="10407" name="Google Shape;10407;p63"/>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3"/>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3"/>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3"/>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3"/>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3"/>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3" name="Google Shape;10413;p63"/>
          <p:cNvGrpSpPr/>
          <p:nvPr/>
        </p:nvGrpSpPr>
        <p:grpSpPr>
          <a:xfrm>
            <a:off x="6675256" y="1341919"/>
            <a:ext cx="327823" cy="357009"/>
            <a:chOff x="6675256" y="1516169"/>
            <a:chExt cx="327823" cy="357009"/>
          </a:xfrm>
        </p:grpSpPr>
        <p:sp>
          <p:nvSpPr>
            <p:cNvPr id="10414" name="Google Shape;10414;p63"/>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3"/>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3"/>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3"/>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3"/>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3"/>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3"/>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3"/>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3"/>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63"/>
          <p:cNvGrpSpPr/>
          <p:nvPr/>
        </p:nvGrpSpPr>
        <p:grpSpPr>
          <a:xfrm>
            <a:off x="8020159" y="1342301"/>
            <a:ext cx="300897" cy="356627"/>
            <a:chOff x="8020159" y="1516551"/>
            <a:chExt cx="300897" cy="356627"/>
          </a:xfrm>
        </p:grpSpPr>
        <p:sp>
          <p:nvSpPr>
            <p:cNvPr id="10424" name="Google Shape;10424;p63"/>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3"/>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3"/>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3"/>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3"/>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9" name="Google Shape;10429;p63"/>
          <p:cNvGrpSpPr/>
          <p:nvPr/>
        </p:nvGrpSpPr>
        <p:grpSpPr>
          <a:xfrm>
            <a:off x="5377363" y="1341919"/>
            <a:ext cx="257357" cy="356627"/>
            <a:chOff x="5377363" y="1516169"/>
            <a:chExt cx="257357" cy="356627"/>
          </a:xfrm>
        </p:grpSpPr>
        <p:sp>
          <p:nvSpPr>
            <p:cNvPr id="10430" name="Google Shape;10430;p63"/>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3"/>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3"/>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3"/>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3"/>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3"/>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3"/>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3"/>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3"/>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3"/>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3"/>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3"/>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3"/>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3"/>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3"/>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3"/>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3"/>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63"/>
          <p:cNvGrpSpPr/>
          <p:nvPr/>
        </p:nvGrpSpPr>
        <p:grpSpPr>
          <a:xfrm>
            <a:off x="4880567" y="1361620"/>
            <a:ext cx="356245" cy="317607"/>
            <a:chOff x="4880567" y="1535870"/>
            <a:chExt cx="356245" cy="317607"/>
          </a:xfrm>
        </p:grpSpPr>
        <p:sp>
          <p:nvSpPr>
            <p:cNvPr id="10448" name="Google Shape;10448;p63"/>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3"/>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3"/>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3"/>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3"/>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3"/>
          <p:cNvGrpSpPr/>
          <p:nvPr/>
        </p:nvGrpSpPr>
        <p:grpSpPr>
          <a:xfrm>
            <a:off x="5771483" y="1341537"/>
            <a:ext cx="357359" cy="357391"/>
            <a:chOff x="5771483" y="1515787"/>
            <a:chExt cx="357359" cy="357391"/>
          </a:xfrm>
        </p:grpSpPr>
        <p:sp>
          <p:nvSpPr>
            <p:cNvPr id="10454" name="Google Shape;10454;p63"/>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3"/>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3"/>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3"/>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3"/>
          <p:cNvGrpSpPr/>
          <p:nvPr/>
        </p:nvGrpSpPr>
        <p:grpSpPr>
          <a:xfrm>
            <a:off x="7121669" y="1359360"/>
            <a:ext cx="321362" cy="321362"/>
            <a:chOff x="7121669" y="1533610"/>
            <a:chExt cx="321362" cy="321362"/>
          </a:xfrm>
        </p:grpSpPr>
        <p:sp>
          <p:nvSpPr>
            <p:cNvPr id="10459" name="Google Shape;10459;p63"/>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3"/>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3"/>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3"/>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3"/>
          <p:cNvGrpSpPr/>
          <p:nvPr/>
        </p:nvGrpSpPr>
        <p:grpSpPr>
          <a:xfrm>
            <a:off x="7562766" y="1340614"/>
            <a:ext cx="327059" cy="360192"/>
            <a:chOff x="7562766" y="1514864"/>
            <a:chExt cx="327059" cy="360192"/>
          </a:xfrm>
        </p:grpSpPr>
        <p:sp>
          <p:nvSpPr>
            <p:cNvPr id="10464" name="Google Shape;10464;p63"/>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3"/>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3"/>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3"/>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3"/>
          <p:cNvGrpSpPr/>
          <p:nvPr/>
        </p:nvGrpSpPr>
        <p:grpSpPr>
          <a:xfrm>
            <a:off x="6221229" y="1324423"/>
            <a:ext cx="361636" cy="362183"/>
            <a:chOff x="6259175" y="1559008"/>
            <a:chExt cx="271743" cy="272093"/>
          </a:xfrm>
        </p:grpSpPr>
        <p:sp>
          <p:nvSpPr>
            <p:cNvPr id="10469" name="Google Shape;10469;p63"/>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3"/>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3"/>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3"/>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3"/>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3"/>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3"/>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3"/>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3"/>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3"/>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3"/>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3"/>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3"/>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3"/>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3"/>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3"/>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3"/>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6" name="Google Shape;10486;p63"/>
          <p:cNvGrpSpPr/>
          <p:nvPr/>
        </p:nvGrpSpPr>
        <p:grpSpPr>
          <a:xfrm>
            <a:off x="6671087" y="1835054"/>
            <a:ext cx="332757" cy="281833"/>
            <a:chOff x="6671087" y="2009304"/>
            <a:chExt cx="332757" cy="281833"/>
          </a:xfrm>
        </p:grpSpPr>
        <p:sp>
          <p:nvSpPr>
            <p:cNvPr id="10487" name="Google Shape;10487;p63"/>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3"/>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9" name="Google Shape;10489;p63"/>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0" name="Google Shape;10490;p63"/>
          <p:cNvGrpSpPr/>
          <p:nvPr/>
        </p:nvGrpSpPr>
        <p:grpSpPr>
          <a:xfrm>
            <a:off x="2201806" y="1802335"/>
            <a:ext cx="349784" cy="349434"/>
            <a:chOff x="2201806" y="1976585"/>
            <a:chExt cx="349784" cy="349434"/>
          </a:xfrm>
        </p:grpSpPr>
        <p:sp>
          <p:nvSpPr>
            <p:cNvPr id="10491" name="Google Shape;10491;p63"/>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3"/>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3"/>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3"/>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5" name="Google Shape;10495;p63"/>
          <p:cNvGrpSpPr/>
          <p:nvPr/>
        </p:nvGrpSpPr>
        <p:grpSpPr>
          <a:xfrm>
            <a:off x="3094217" y="1802335"/>
            <a:ext cx="350198" cy="350548"/>
            <a:chOff x="3094217" y="1976585"/>
            <a:chExt cx="350198" cy="350548"/>
          </a:xfrm>
        </p:grpSpPr>
        <p:sp>
          <p:nvSpPr>
            <p:cNvPr id="10496" name="Google Shape;10496;p63"/>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3"/>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3"/>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3"/>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3"/>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3"/>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3"/>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3"/>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3"/>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3"/>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3"/>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3"/>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3"/>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9" name="Google Shape;10509;p63"/>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0" name="Google Shape;10510;p63"/>
          <p:cNvGrpSpPr/>
          <p:nvPr/>
        </p:nvGrpSpPr>
        <p:grpSpPr>
          <a:xfrm>
            <a:off x="3979435" y="1802335"/>
            <a:ext cx="345265" cy="349848"/>
            <a:chOff x="3979435" y="1976585"/>
            <a:chExt cx="345265" cy="349848"/>
          </a:xfrm>
        </p:grpSpPr>
        <p:sp>
          <p:nvSpPr>
            <p:cNvPr id="10511" name="Google Shape;10511;p63"/>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3"/>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3"/>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3"/>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3"/>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3"/>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3"/>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3"/>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3"/>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3"/>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3"/>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3"/>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3"/>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3"/>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3"/>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3"/>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3"/>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63"/>
          <p:cNvGrpSpPr/>
          <p:nvPr/>
        </p:nvGrpSpPr>
        <p:grpSpPr>
          <a:xfrm>
            <a:off x="3541011" y="1334344"/>
            <a:ext cx="350166" cy="349434"/>
            <a:chOff x="3541011" y="1508594"/>
            <a:chExt cx="350166" cy="349434"/>
          </a:xfrm>
        </p:grpSpPr>
        <p:sp>
          <p:nvSpPr>
            <p:cNvPr id="10529" name="Google Shape;10529;p63"/>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3"/>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3"/>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3"/>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3"/>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3"/>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3"/>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3"/>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3"/>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3"/>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3"/>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3"/>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3"/>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63"/>
          <p:cNvGrpSpPr/>
          <p:nvPr/>
        </p:nvGrpSpPr>
        <p:grpSpPr>
          <a:xfrm>
            <a:off x="3576626" y="1801571"/>
            <a:ext cx="284251" cy="351694"/>
            <a:chOff x="3576626" y="1975821"/>
            <a:chExt cx="284251" cy="351694"/>
          </a:xfrm>
        </p:grpSpPr>
        <p:sp>
          <p:nvSpPr>
            <p:cNvPr id="10543" name="Google Shape;10543;p63"/>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3"/>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3"/>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3"/>
          <p:cNvGrpSpPr/>
          <p:nvPr/>
        </p:nvGrpSpPr>
        <p:grpSpPr>
          <a:xfrm>
            <a:off x="2722090" y="2715912"/>
            <a:ext cx="238770" cy="371841"/>
            <a:chOff x="2722090" y="2890162"/>
            <a:chExt cx="238770" cy="371841"/>
          </a:xfrm>
        </p:grpSpPr>
        <p:sp>
          <p:nvSpPr>
            <p:cNvPr id="10547" name="Google Shape;10547;p63"/>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3"/>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3"/>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0" name="Google Shape;10550;p63"/>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1" name="Google Shape;10551;p63"/>
          <p:cNvGrpSpPr/>
          <p:nvPr/>
        </p:nvGrpSpPr>
        <p:grpSpPr>
          <a:xfrm>
            <a:off x="6216367" y="1795906"/>
            <a:ext cx="361147" cy="361147"/>
            <a:chOff x="6216367" y="1970156"/>
            <a:chExt cx="361147" cy="361147"/>
          </a:xfrm>
        </p:grpSpPr>
        <p:sp>
          <p:nvSpPr>
            <p:cNvPr id="10552" name="Google Shape;10552;p63"/>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3"/>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3"/>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3"/>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63"/>
          <p:cNvGrpSpPr/>
          <p:nvPr/>
        </p:nvGrpSpPr>
        <p:grpSpPr>
          <a:xfrm>
            <a:off x="1289311" y="2751972"/>
            <a:ext cx="408156" cy="299783"/>
            <a:chOff x="1289311" y="2926222"/>
            <a:chExt cx="408156" cy="299783"/>
          </a:xfrm>
        </p:grpSpPr>
        <p:sp>
          <p:nvSpPr>
            <p:cNvPr id="10557" name="Google Shape;10557;p63"/>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3"/>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63"/>
          <p:cNvGrpSpPr/>
          <p:nvPr/>
        </p:nvGrpSpPr>
        <p:grpSpPr>
          <a:xfrm>
            <a:off x="7978465" y="1795142"/>
            <a:ext cx="361147" cy="360797"/>
            <a:chOff x="7978465" y="1969392"/>
            <a:chExt cx="361147" cy="360797"/>
          </a:xfrm>
        </p:grpSpPr>
        <p:sp>
          <p:nvSpPr>
            <p:cNvPr id="10560" name="Google Shape;10560;p63"/>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3"/>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3"/>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3"/>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3"/>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3"/>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3"/>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3"/>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3"/>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9" name="Google Shape;10569;p63"/>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0" name="Google Shape;10570;p63"/>
          <p:cNvGrpSpPr/>
          <p:nvPr/>
        </p:nvGrpSpPr>
        <p:grpSpPr>
          <a:xfrm>
            <a:off x="854261" y="2734563"/>
            <a:ext cx="377474" cy="335748"/>
            <a:chOff x="854261" y="2908813"/>
            <a:chExt cx="377474" cy="335748"/>
          </a:xfrm>
        </p:grpSpPr>
        <p:sp>
          <p:nvSpPr>
            <p:cNvPr id="10571" name="Google Shape;10571;p63"/>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3"/>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3"/>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3"/>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3"/>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6" name="Google Shape;10576;p63"/>
          <p:cNvGrpSpPr/>
          <p:nvPr/>
        </p:nvGrpSpPr>
        <p:grpSpPr>
          <a:xfrm>
            <a:off x="1749728" y="2720527"/>
            <a:ext cx="386927" cy="363438"/>
            <a:chOff x="1749728" y="2894777"/>
            <a:chExt cx="386927" cy="363438"/>
          </a:xfrm>
        </p:grpSpPr>
        <p:sp>
          <p:nvSpPr>
            <p:cNvPr id="10577" name="Google Shape;10577;p63"/>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3"/>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3"/>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3"/>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3"/>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3"/>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3"/>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63"/>
          <p:cNvGrpSpPr/>
          <p:nvPr/>
        </p:nvGrpSpPr>
        <p:grpSpPr>
          <a:xfrm>
            <a:off x="7098912" y="1795142"/>
            <a:ext cx="359651" cy="361560"/>
            <a:chOff x="7098912" y="1969392"/>
            <a:chExt cx="359651" cy="361560"/>
          </a:xfrm>
        </p:grpSpPr>
        <p:sp>
          <p:nvSpPr>
            <p:cNvPr id="10585" name="Google Shape;10585;p63"/>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3"/>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3"/>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3"/>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3"/>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3"/>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3"/>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3"/>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3"/>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3"/>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3"/>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3"/>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3"/>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8" name="Google Shape;10598;p63"/>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9" name="Google Shape;10599;p63"/>
          <p:cNvGrpSpPr/>
          <p:nvPr/>
        </p:nvGrpSpPr>
        <p:grpSpPr>
          <a:xfrm>
            <a:off x="5352728" y="1815989"/>
            <a:ext cx="327091" cy="322508"/>
            <a:chOff x="5352728" y="1990239"/>
            <a:chExt cx="327091" cy="322508"/>
          </a:xfrm>
        </p:grpSpPr>
        <p:sp>
          <p:nvSpPr>
            <p:cNvPr id="10600" name="Google Shape;10600;p63"/>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3"/>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3"/>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3" name="Google Shape;10603;p63"/>
          <p:cNvGrpSpPr/>
          <p:nvPr/>
        </p:nvGrpSpPr>
        <p:grpSpPr>
          <a:xfrm>
            <a:off x="7538896" y="1795906"/>
            <a:ext cx="361147" cy="361529"/>
            <a:chOff x="7538896" y="1970156"/>
            <a:chExt cx="361147" cy="361529"/>
          </a:xfrm>
        </p:grpSpPr>
        <p:sp>
          <p:nvSpPr>
            <p:cNvPr id="10604" name="Google Shape;10604;p63"/>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3"/>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3"/>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3"/>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3"/>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3"/>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0" name="Google Shape;10610;p63"/>
          <p:cNvGrpSpPr/>
          <p:nvPr/>
        </p:nvGrpSpPr>
        <p:grpSpPr>
          <a:xfrm>
            <a:off x="4896099" y="1796670"/>
            <a:ext cx="358155" cy="358123"/>
            <a:chOff x="4896099" y="1970920"/>
            <a:chExt cx="358155" cy="358123"/>
          </a:xfrm>
        </p:grpSpPr>
        <p:sp>
          <p:nvSpPr>
            <p:cNvPr id="10611" name="Google Shape;10611;p63"/>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3"/>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3"/>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63"/>
          <p:cNvGrpSpPr/>
          <p:nvPr/>
        </p:nvGrpSpPr>
        <p:grpSpPr>
          <a:xfrm>
            <a:off x="4048787" y="2802769"/>
            <a:ext cx="283488" cy="198604"/>
            <a:chOff x="4048787" y="2977019"/>
            <a:chExt cx="283488" cy="198604"/>
          </a:xfrm>
        </p:grpSpPr>
        <p:sp>
          <p:nvSpPr>
            <p:cNvPr id="10615" name="Google Shape;10615;p63"/>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3"/>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3"/>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3"/>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3"/>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3"/>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63"/>
          <p:cNvGrpSpPr/>
          <p:nvPr/>
        </p:nvGrpSpPr>
        <p:grpSpPr>
          <a:xfrm>
            <a:off x="4054103" y="2255941"/>
            <a:ext cx="218687" cy="349052"/>
            <a:chOff x="4054103" y="2430191"/>
            <a:chExt cx="218687" cy="349052"/>
          </a:xfrm>
        </p:grpSpPr>
        <p:sp>
          <p:nvSpPr>
            <p:cNvPr id="10622" name="Google Shape;10622;p63"/>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3"/>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4" name="Google Shape;10624;p63"/>
          <p:cNvGrpSpPr/>
          <p:nvPr/>
        </p:nvGrpSpPr>
        <p:grpSpPr>
          <a:xfrm>
            <a:off x="2185128" y="2253299"/>
            <a:ext cx="382758" cy="356595"/>
            <a:chOff x="2185128" y="2427549"/>
            <a:chExt cx="382758" cy="356595"/>
          </a:xfrm>
        </p:grpSpPr>
        <p:sp>
          <p:nvSpPr>
            <p:cNvPr id="10625" name="Google Shape;10625;p63"/>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3"/>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3"/>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3"/>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9" name="Google Shape;10629;p63"/>
          <p:cNvGrpSpPr/>
          <p:nvPr/>
        </p:nvGrpSpPr>
        <p:grpSpPr>
          <a:xfrm>
            <a:off x="2656907" y="2265043"/>
            <a:ext cx="332757" cy="332343"/>
            <a:chOff x="2656907" y="2439293"/>
            <a:chExt cx="332757" cy="332343"/>
          </a:xfrm>
        </p:grpSpPr>
        <p:sp>
          <p:nvSpPr>
            <p:cNvPr id="10630" name="Google Shape;10630;p63"/>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3"/>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3"/>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3"/>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3"/>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3"/>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3"/>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63"/>
          <p:cNvGrpSpPr/>
          <p:nvPr/>
        </p:nvGrpSpPr>
        <p:grpSpPr>
          <a:xfrm>
            <a:off x="1731523" y="2248366"/>
            <a:ext cx="399435" cy="365698"/>
            <a:chOff x="1731523" y="2422616"/>
            <a:chExt cx="399435" cy="365698"/>
          </a:xfrm>
        </p:grpSpPr>
        <p:sp>
          <p:nvSpPr>
            <p:cNvPr id="10638" name="Google Shape;10638;p63"/>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3"/>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3"/>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3"/>
          <p:cNvGrpSpPr/>
          <p:nvPr/>
        </p:nvGrpSpPr>
        <p:grpSpPr>
          <a:xfrm>
            <a:off x="3097241" y="2259314"/>
            <a:ext cx="344883" cy="343387"/>
            <a:chOff x="3097241" y="2433564"/>
            <a:chExt cx="344883" cy="343387"/>
          </a:xfrm>
        </p:grpSpPr>
        <p:sp>
          <p:nvSpPr>
            <p:cNvPr id="10642" name="Google Shape;10642;p63"/>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3"/>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3"/>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3"/>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3"/>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3"/>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3"/>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3"/>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3"/>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1" name="Google Shape;10651;p63"/>
          <p:cNvGrpSpPr/>
          <p:nvPr/>
        </p:nvGrpSpPr>
        <p:grpSpPr>
          <a:xfrm>
            <a:off x="1278299" y="2265043"/>
            <a:ext cx="410829" cy="332343"/>
            <a:chOff x="1278299" y="2439293"/>
            <a:chExt cx="410829" cy="332343"/>
          </a:xfrm>
        </p:grpSpPr>
        <p:sp>
          <p:nvSpPr>
            <p:cNvPr id="10652" name="Google Shape;10652;p63"/>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3"/>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3"/>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3"/>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3"/>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3"/>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3"/>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3"/>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3"/>
          <p:cNvGrpSpPr/>
          <p:nvPr/>
        </p:nvGrpSpPr>
        <p:grpSpPr>
          <a:xfrm>
            <a:off x="2661459" y="1840751"/>
            <a:ext cx="322508" cy="273494"/>
            <a:chOff x="2661459" y="2015001"/>
            <a:chExt cx="322508" cy="273494"/>
          </a:xfrm>
        </p:grpSpPr>
        <p:sp>
          <p:nvSpPr>
            <p:cNvPr id="10661" name="Google Shape;10661;p63"/>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3"/>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3"/>
          <p:cNvGrpSpPr/>
          <p:nvPr/>
        </p:nvGrpSpPr>
        <p:grpSpPr>
          <a:xfrm>
            <a:off x="870939" y="2265043"/>
            <a:ext cx="331993" cy="331993"/>
            <a:chOff x="870939" y="2439293"/>
            <a:chExt cx="331993" cy="331993"/>
          </a:xfrm>
        </p:grpSpPr>
        <p:sp>
          <p:nvSpPr>
            <p:cNvPr id="10664" name="Google Shape;10664;p63"/>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3"/>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3"/>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3"/>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3"/>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3"/>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3"/>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3"/>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3"/>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3"/>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3"/>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3"/>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3"/>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3"/>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3"/>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3"/>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63"/>
          <p:cNvGrpSpPr/>
          <p:nvPr/>
        </p:nvGrpSpPr>
        <p:grpSpPr>
          <a:xfrm>
            <a:off x="6644957" y="2282103"/>
            <a:ext cx="371395" cy="278904"/>
            <a:chOff x="6644957" y="2456353"/>
            <a:chExt cx="371395" cy="278904"/>
          </a:xfrm>
        </p:grpSpPr>
        <p:sp>
          <p:nvSpPr>
            <p:cNvPr id="10681" name="Google Shape;10681;p63"/>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3"/>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3"/>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3"/>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3"/>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3"/>
          <p:cNvGrpSpPr/>
          <p:nvPr/>
        </p:nvGrpSpPr>
        <p:grpSpPr>
          <a:xfrm>
            <a:off x="5388757" y="2240409"/>
            <a:ext cx="260349" cy="362292"/>
            <a:chOff x="5388757" y="2414659"/>
            <a:chExt cx="260349" cy="362292"/>
          </a:xfrm>
        </p:grpSpPr>
        <p:sp>
          <p:nvSpPr>
            <p:cNvPr id="10687" name="Google Shape;10687;p63"/>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3"/>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3"/>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3"/>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3"/>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3"/>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3"/>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3"/>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3"/>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3"/>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3"/>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3"/>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3"/>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3"/>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3"/>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3"/>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3"/>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3"/>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3"/>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3"/>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63"/>
          <p:cNvGrpSpPr/>
          <p:nvPr/>
        </p:nvGrpSpPr>
        <p:grpSpPr>
          <a:xfrm>
            <a:off x="3567142" y="2731507"/>
            <a:ext cx="348288" cy="340331"/>
            <a:chOff x="3567142" y="2905757"/>
            <a:chExt cx="348288" cy="340331"/>
          </a:xfrm>
        </p:grpSpPr>
        <p:sp>
          <p:nvSpPr>
            <p:cNvPr id="10708" name="Google Shape;10708;p63"/>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3"/>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3"/>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3"/>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3"/>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63"/>
          <p:cNvGrpSpPr/>
          <p:nvPr/>
        </p:nvGrpSpPr>
        <p:grpSpPr>
          <a:xfrm>
            <a:off x="870939" y="1801571"/>
            <a:ext cx="332375" cy="350071"/>
            <a:chOff x="870939" y="1975821"/>
            <a:chExt cx="332375" cy="350071"/>
          </a:xfrm>
        </p:grpSpPr>
        <p:sp>
          <p:nvSpPr>
            <p:cNvPr id="10714" name="Google Shape;10714;p63"/>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3"/>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3"/>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3"/>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63"/>
          <p:cNvGrpSpPr/>
          <p:nvPr/>
        </p:nvGrpSpPr>
        <p:grpSpPr>
          <a:xfrm>
            <a:off x="7967103" y="2240791"/>
            <a:ext cx="355863" cy="361911"/>
            <a:chOff x="7967103" y="2415041"/>
            <a:chExt cx="355863" cy="361911"/>
          </a:xfrm>
        </p:grpSpPr>
        <p:sp>
          <p:nvSpPr>
            <p:cNvPr id="10719" name="Google Shape;10719;p63"/>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3"/>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3"/>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3"/>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3"/>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3"/>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3"/>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3"/>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3"/>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3"/>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3"/>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63"/>
          <p:cNvGrpSpPr/>
          <p:nvPr/>
        </p:nvGrpSpPr>
        <p:grpSpPr>
          <a:xfrm>
            <a:off x="7529411" y="2240409"/>
            <a:ext cx="355863" cy="362292"/>
            <a:chOff x="7529411" y="2414659"/>
            <a:chExt cx="355863" cy="362292"/>
          </a:xfrm>
        </p:grpSpPr>
        <p:sp>
          <p:nvSpPr>
            <p:cNvPr id="10731" name="Google Shape;10731;p63"/>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3"/>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3"/>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3"/>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3"/>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3"/>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3"/>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3"/>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3"/>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3"/>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3"/>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3"/>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3"/>
          <p:cNvGrpSpPr/>
          <p:nvPr/>
        </p:nvGrpSpPr>
        <p:grpSpPr>
          <a:xfrm>
            <a:off x="5733194" y="2257468"/>
            <a:ext cx="446826" cy="327059"/>
            <a:chOff x="5733194" y="2431718"/>
            <a:chExt cx="446826" cy="327059"/>
          </a:xfrm>
        </p:grpSpPr>
        <p:sp>
          <p:nvSpPr>
            <p:cNvPr id="10744" name="Google Shape;10744;p63"/>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3"/>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3"/>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63"/>
          <p:cNvGrpSpPr/>
          <p:nvPr/>
        </p:nvGrpSpPr>
        <p:grpSpPr>
          <a:xfrm>
            <a:off x="4876780" y="2243814"/>
            <a:ext cx="407774" cy="356627"/>
            <a:chOff x="4876780" y="2418064"/>
            <a:chExt cx="407774" cy="356627"/>
          </a:xfrm>
        </p:grpSpPr>
        <p:sp>
          <p:nvSpPr>
            <p:cNvPr id="10748" name="Google Shape;10748;p63"/>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3"/>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3"/>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3"/>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3"/>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3"/>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3"/>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3"/>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3"/>
          <p:cNvGrpSpPr/>
          <p:nvPr/>
        </p:nvGrpSpPr>
        <p:grpSpPr>
          <a:xfrm>
            <a:off x="7070872" y="2236621"/>
            <a:ext cx="398321" cy="371013"/>
            <a:chOff x="7070872" y="2410871"/>
            <a:chExt cx="398321" cy="371013"/>
          </a:xfrm>
        </p:grpSpPr>
        <p:sp>
          <p:nvSpPr>
            <p:cNvPr id="10757" name="Google Shape;10757;p63"/>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3"/>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3"/>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3"/>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1" name="Google Shape;10761;p63"/>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2" name="Google Shape;10762;p63"/>
          <p:cNvGrpSpPr/>
          <p:nvPr/>
        </p:nvGrpSpPr>
        <p:grpSpPr>
          <a:xfrm>
            <a:off x="5318259" y="2807861"/>
            <a:ext cx="371013" cy="220787"/>
            <a:chOff x="5318259" y="2982111"/>
            <a:chExt cx="371013" cy="220787"/>
          </a:xfrm>
        </p:grpSpPr>
        <p:sp>
          <p:nvSpPr>
            <p:cNvPr id="10763" name="Google Shape;10763;p63"/>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3"/>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3"/>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3"/>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3"/>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3"/>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3"/>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3"/>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1" name="Google Shape;10771;p63"/>
          <p:cNvGrpSpPr/>
          <p:nvPr/>
        </p:nvGrpSpPr>
        <p:grpSpPr>
          <a:xfrm>
            <a:off x="7073928" y="2731507"/>
            <a:ext cx="371395" cy="371809"/>
            <a:chOff x="7073928" y="2905757"/>
            <a:chExt cx="371395" cy="371809"/>
          </a:xfrm>
        </p:grpSpPr>
        <p:sp>
          <p:nvSpPr>
            <p:cNvPr id="10772" name="Google Shape;10772;p63"/>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3"/>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3"/>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63"/>
          <p:cNvGrpSpPr/>
          <p:nvPr/>
        </p:nvGrpSpPr>
        <p:grpSpPr>
          <a:xfrm>
            <a:off x="6188327" y="2781158"/>
            <a:ext cx="371395" cy="272857"/>
            <a:chOff x="6188327" y="2955408"/>
            <a:chExt cx="371395" cy="272857"/>
          </a:xfrm>
        </p:grpSpPr>
        <p:sp>
          <p:nvSpPr>
            <p:cNvPr id="10776" name="Google Shape;10776;p63"/>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3"/>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63"/>
          <p:cNvGrpSpPr/>
          <p:nvPr/>
        </p:nvGrpSpPr>
        <p:grpSpPr>
          <a:xfrm>
            <a:off x="7521454" y="2731889"/>
            <a:ext cx="359651" cy="371013"/>
            <a:chOff x="7521454" y="2906139"/>
            <a:chExt cx="359651" cy="371013"/>
          </a:xfrm>
        </p:grpSpPr>
        <p:sp>
          <p:nvSpPr>
            <p:cNvPr id="10779" name="Google Shape;10779;p63"/>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3"/>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3"/>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3"/>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3"/>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63"/>
          <p:cNvGrpSpPr/>
          <p:nvPr/>
        </p:nvGrpSpPr>
        <p:grpSpPr>
          <a:xfrm>
            <a:off x="5782845" y="2732271"/>
            <a:ext cx="301661" cy="371013"/>
            <a:chOff x="5782845" y="2906521"/>
            <a:chExt cx="301661" cy="371013"/>
          </a:xfrm>
        </p:grpSpPr>
        <p:sp>
          <p:nvSpPr>
            <p:cNvPr id="10785" name="Google Shape;10785;p63"/>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3"/>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3"/>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8" name="Google Shape;10788;p63"/>
          <p:cNvGrpSpPr/>
          <p:nvPr/>
        </p:nvGrpSpPr>
        <p:grpSpPr>
          <a:xfrm>
            <a:off x="3539102" y="2253299"/>
            <a:ext cx="355099" cy="355481"/>
            <a:chOff x="3539102" y="2427549"/>
            <a:chExt cx="355099" cy="355481"/>
          </a:xfrm>
        </p:grpSpPr>
        <p:sp>
          <p:nvSpPr>
            <p:cNvPr id="10789" name="Google Shape;10789;p63"/>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3"/>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3"/>
          <p:cNvGrpSpPr/>
          <p:nvPr/>
        </p:nvGrpSpPr>
        <p:grpSpPr>
          <a:xfrm>
            <a:off x="6630539" y="2743252"/>
            <a:ext cx="371777" cy="349434"/>
            <a:chOff x="6630539" y="2917502"/>
            <a:chExt cx="371777" cy="349434"/>
          </a:xfrm>
        </p:grpSpPr>
        <p:sp>
          <p:nvSpPr>
            <p:cNvPr id="10792" name="Google Shape;10792;p63"/>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3"/>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3"/>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3"/>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3"/>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3"/>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3"/>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63"/>
          <p:cNvGrpSpPr/>
          <p:nvPr/>
        </p:nvGrpSpPr>
        <p:grpSpPr>
          <a:xfrm>
            <a:off x="2171474" y="3194979"/>
            <a:ext cx="408156" cy="343737"/>
            <a:chOff x="2171474" y="3369229"/>
            <a:chExt cx="408156" cy="343737"/>
          </a:xfrm>
        </p:grpSpPr>
        <p:sp>
          <p:nvSpPr>
            <p:cNvPr id="10800" name="Google Shape;10800;p63"/>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3"/>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3"/>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3"/>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63"/>
          <p:cNvGrpSpPr/>
          <p:nvPr/>
        </p:nvGrpSpPr>
        <p:grpSpPr>
          <a:xfrm>
            <a:off x="4891198" y="2750858"/>
            <a:ext cx="334634" cy="334634"/>
            <a:chOff x="4891198" y="2925108"/>
            <a:chExt cx="334634" cy="334634"/>
          </a:xfrm>
        </p:grpSpPr>
        <p:sp>
          <p:nvSpPr>
            <p:cNvPr id="10805" name="Google Shape;10805;p63"/>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3"/>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3"/>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3"/>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3"/>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3"/>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3"/>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3"/>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63"/>
          <p:cNvGrpSpPr/>
          <p:nvPr/>
        </p:nvGrpSpPr>
        <p:grpSpPr>
          <a:xfrm>
            <a:off x="7976174" y="2750858"/>
            <a:ext cx="334666" cy="334634"/>
            <a:chOff x="7976174" y="2925108"/>
            <a:chExt cx="334666" cy="334634"/>
          </a:xfrm>
        </p:grpSpPr>
        <p:sp>
          <p:nvSpPr>
            <p:cNvPr id="10814" name="Google Shape;10814;p63"/>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3"/>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3"/>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3"/>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3"/>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3"/>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3"/>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3"/>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3"/>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63"/>
          <p:cNvGrpSpPr/>
          <p:nvPr/>
        </p:nvGrpSpPr>
        <p:grpSpPr>
          <a:xfrm>
            <a:off x="3091957" y="3199881"/>
            <a:ext cx="354717" cy="332757"/>
            <a:chOff x="3091957" y="3374131"/>
            <a:chExt cx="354717" cy="332757"/>
          </a:xfrm>
        </p:grpSpPr>
        <p:sp>
          <p:nvSpPr>
            <p:cNvPr id="10824" name="Google Shape;10824;p63"/>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3"/>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3"/>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3"/>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3"/>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3"/>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63"/>
          <p:cNvGrpSpPr/>
          <p:nvPr/>
        </p:nvGrpSpPr>
        <p:grpSpPr>
          <a:xfrm>
            <a:off x="3988156" y="3205960"/>
            <a:ext cx="353954" cy="318880"/>
            <a:chOff x="3988156" y="3380210"/>
            <a:chExt cx="353954" cy="318880"/>
          </a:xfrm>
        </p:grpSpPr>
        <p:sp>
          <p:nvSpPr>
            <p:cNvPr id="10831" name="Google Shape;10831;p63"/>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3"/>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3"/>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3"/>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3"/>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63"/>
          <p:cNvGrpSpPr/>
          <p:nvPr/>
        </p:nvGrpSpPr>
        <p:grpSpPr>
          <a:xfrm>
            <a:off x="3541011" y="3193070"/>
            <a:ext cx="348257" cy="346188"/>
            <a:chOff x="3541011" y="3367320"/>
            <a:chExt cx="348257" cy="346188"/>
          </a:xfrm>
        </p:grpSpPr>
        <p:sp>
          <p:nvSpPr>
            <p:cNvPr id="10837" name="Google Shape;10837;p63"/>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3"/>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3"/>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3"/>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1" name="Google Shape;10841;p63"/>
          <p:cNvGrpSpPr/>
          <p:nvPr/>
        </p:nvGrpSpPr>
        <p:grpSpPr>
          <a:xfrm>
            <a:off x="1314678" y="3183967"/>
            <a:ext cx="334666" cy="365348"/>
            <a:chOff x="1314678" y="3358217"/>
            <a:chExt cx="334666" cy="365348"/>
          </a:xfrm>
        </p:grpSpPr>
        <p:sp>
          <p:nvSpPr>
            <p:cNvPr id="10842" name="Google Shape;10842;p63"/>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3"/>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3"/>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3"/>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3"/>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3"/>
          <p:cNvGrpSpPr/>
          <p:nvPr/>
        </p:nvGrpSpPr>
        <p:grpSpPr>
          <a:xfrm>
            <a:off x="1748582" y="3198385"/>
            <a:ext cx="359269" cy="335780"/>
            <a:chOff x="1748582" y="3372635"/>
            <a:chExt cx="359269" cy="335780"/>
          </a:xfrm>
        </p:grpSpPr>
        <p:sp>
          <p:nvSpPr>
            <p:cNvPr id="10848" name="Google Shape;10848;p63"/>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9" name="Google Shape;10849;p63"/>
            <p:cNvGrpSpPr/>
            <p:nvPr/>
          </p:nvGrpSpPr>
          <p:grpSpPr>
            <a:xfrm>
              <a:off x="1748582" y="3372635"/>
              <a:ext cx="333520" cy="335780"/>
              <a:chOff x="1748582" y="3372635"/>
              <a:chExt cx="333520" cy="335780"/>
            </a:xfrm>
          </p:grpSpPr>
          <p:sp>
            <p:nvSpPr>
              <p:cNvPr id="10850" name="Google Shape;10850;p63"/>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3"/>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3"/>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53" name="Google Shape;10853;p63"/>
          <p:cNvGrpSpPr/>
          <p:nvPr/>
        </p:nvGrpSpPr>
        <p:grpSpPr>
          <a:xfrm>
            <a:off x="2640993" y="3183585"/>
            <a:ext cx="365348" cy="364966"/>
            <a:chOff x="2640993" y="3357835"/>
            <a:chExt cx="365348" cy="364966"/>
          </a:xfrm>
        </p:grpSpPr>
        <p:sp>
          <p:nvSpPr>
            <p:cNvPr id="10854" name="Google Shape;10854;p63"/>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3"/>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3"/>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3"/>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3"/>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3"/>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3"/>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3"/>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3"/>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3"/>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4" name="Google Shape;10864;p63"/>
          <p:cNvGrpSpPr/>
          <p:nvPr/>
        </p:nvGrpSpPr>
        <p:grpSpPr>
          <a:xfrm>
            <a:off x="4886264" y="3191924"/>
            <a:ext cx="350548" cy="350198"/>
            <a:chOff x="4886264" y="3366174"/>
            <a:chExt cx="350548" cy="350198"/>
          </a:xfrm>
        </p:grpSpPr>
        <p:sp>
          <p:nvSpPr>
            <p:cNvPr id="10865" name="Google Shape;10865;p63"/>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3"/>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3"/>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3"/>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3"/>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3"/>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3"/>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3"/>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3"/>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3"/>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3"/>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3"/>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3"/>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63"/>
          <p:cNvGrpSpPr/>
          <p:nvPr/>
        </p:nvGrpSpPr>
        <p:grpSpPr>
          <a:xfrm>
            <a:off x="5331913" y="3239697"/>
            <a:ext cx="347143" cy="254684"/>
            <a:chOff x="5331913" y="3413947"/>
            <a:chExt cx="347143" cy="254684"/>
          </a:xfrm>
        </p:grpSpPr>
        <p:sp>
          <p:nvSpPr>
            <p:cNvPr id="10879" name="Google Shape;10879;p63"/>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3"/>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3"/>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3"/>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3"/>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3"/>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63"/>
          <p:cNvGrpSpPr/>
          <p:nvPr/>
        </p:nvGrpSpPr>
        <p:grpSpPr>
          <a:xfrm>
            <a:off x="5776798" y="3235528"/>
            <a:ext cx="346379" cy="264518"/>
            <a:chOff x="5776798" y="3409778"/>
            <a:chExt cx="346379" cy="264518"/>
          </a:xfrm>
        </p:grpSpPr>
        <p:sp>
          <p:nvSpPr>
            <p:cNvPr id="10886" name="Google Shape;10886;p63"/>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3"/>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3"/>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3"/>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3"/>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3"/>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63"/>
          <p:cNvGrpSpPr/>
          <p:nvPr/>
        </p:nvGrpSpPr>
        <p:grpSpPr>
          <a:xfrm>
            <a:off x="7108015" y="3222255"/>
            <a:ext cx="344883" cy="290299"/>
            <a:chOff x="7108015" y="3396505"/>
            <a:chExt cx="344883" cy="290299"/>
          </a:xfrm>
        </p:grpSpPr>
        <p:sp>
          <p:nvSpPr>
            <p:cNvPr id="10893" name="Google Shape;10893;p63"/>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3"/>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3"/>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3"/>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63"/>
          <p:cNvGrpSpPr/>
          <p:nvPr/>
        </p:nvGrpSpPr>
        <p:grpSpPr>
          <a:xfrm>
            <a:off x="7551754" y="3216558"/>
            <a:ext cx="344883" cy="301311"/>
            <a:chOff x="7551754" y="3390808"/>
            <a:chExt cx="344883" cy="301311"/>
          </a:xfrm>
        </p:grpSpPr>
        <p:sp>
          <p:nvSpPr>
            <p:cNvPr id="10898" name="Google Shape;10898;p63"/>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3"/>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3"/>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3"/>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3"/>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3"/>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3"/>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3"/>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3"/>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3"/>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3"/>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63"/>
          <p:cNvGrpSpPr/>
          <p:nvPr/>
        </p:nvGrpSpPr>
        <p:grpSpPr>
          <a:xfrm>
            <a:off x="6707084" y="3213153"/>
            <a:ext cx="261145" cy="308504"/>
            <a:chOff x="6707084" y="3387403"/>
            <a:chExt cx="261145" cy="308504"/>
          </a:xfrm>
        </p:grpSpPr>
        <p:sp>
          <p:nvSpPr>
            <p:cNvPr id="10910" name="Google Shape;10910;p63"/>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3"/>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3"/>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3"/>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4" name="Google Shape;10914;p63"/>
          <p:cNvGrpSpPr/>
          <p:nvPr/>
        </p:nvGrpSpPr>
        <p:grpSpPr>
          <a:xfrm>
            <a:off x="848978" y="4123387"/>
            <a:ext cx="377824" cy="324418"/>
            <a:chOff x="848978" y="4297637"/>
            <a:chExt cx="377824" cy="324418"/>
          </a:xfrm>
        </p:grpSpPr>
        <p:sp>
          <p:nvSpPr>
            <p:cNvPr id="10915" name="Google Shape;10915;p63"/>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3"/>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7" name="Google Shape;10917;p63"/>
          <p:cNvGrpSpPr/>
          <p:nvPr/>
        </p:nvGrpSpPr>
        <p:grpSpPr>
          <a:xfrm>
            <a:off x="1754279" y="4112343"/>
            <a:ext cx="351439" cy="345965"/>
            <a:chOff x="1754279" y="4286593"/>
            <a:chExt cx="351439" cy="345965"/>
          </a:xfrm>
        </p:grpSpPr>
        <p:sp>
          <p:nvSpPr>
            <p:cNvPr id="10918" name="Google Shape;10918;p63"/>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3"/>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3"/>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3"/>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3"/>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63"/>
          <p:cNvGrpSpPr/>
          <p:nvPr/>
        </p:nvGrpSpPr>
        <p:grpSpPr>
          <a:xfrm>
            <a:off x="3996113" y="4116926"/>
            <a:ext cx="336512" cy="335048"/>
            <a:chOff x="3996113" y="4291176"/>
            <a:chExt cx="336512" cy="335048"/>
          </a:xfrm>
        </p:grpSpPr>
        <p:sp>
          <p:nvSpPr>
            <p:cNvPr id="10924" name="Google Shape;10924;p63"/>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3"/>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3"/>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7" name="Google Shape;10927;p63"/>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8" name="Google Shape;10928;p63"/>
          <p:cNvGrpSpPr/>
          <p:nvPr/>
        </p:nvGrpSpPr>
        <p:grpSpPr>
          <a:xfrm>
            <a:off x="2179081" y="4111261"/>
            <a:ext cx="397525" cy="348670"/>
            <a:chOff x="2179081" y="4285511"/>
            <a:chExt cx="397525" cy="348670"/>
          </a:xfrm>
        </p:grpSpPr>
        <p:sp>
          <p:nvSpPr>
            <p:cNvPr id="10929" name="Google Shape;10929;p63"/>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3"/>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63"/>
          <p:cNvGrpSpPr/>
          <p:nvPr/>
        </p:nvGrpSpPr>
        <p:grpSpPr>
          <a:xfrm>
            <a:off x="3584201" y="4120746"/>
            <a:ext cx="267574" cy="329415"/>
            <a:chOff x="3584201" y="4294996"/>
            <a:chExt cx="267574" cy="329415"/>
          </a:xfrm>
        </p:grpSpPr>
        <p:sp>
          <p:nvSpPr>
            <p:cNvPr id="10932" name="Google Shape;10932;p63"/>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3"/>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3"/>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3"/>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63"/>
          <p:cNvGrpSpPr/>
          <p:nvPr/>
        </p:nvGrpSpPr>
        <p:grpSpPr>
          <a:xfrm>
            <a:off x="3082855" y="4121478"/>
            <a:ext cx="375946" cy="327823"/>
            <a:chOff x="3082855" y="4295728"/>
            <a:chExt cx="375946" cy="327823"/>
          </a:xfrm>
        </p:grpSpPr>
        <p:sp>
          <p:nvSpPr>
            <p:cNvPr id="10937" name="Google Shape;10937;p63"/>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3"/>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3"/>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3"/>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3"/>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3"/>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3"/>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3"/>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3"/>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3"/>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3"/>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63"/>
          <p:cNvGrpSpPr/>
          <p:nvPr/>
        </p:nvGrpSpPr>
        <p:grpSpPr>
          <a:xfrm>
            <a:off x="2749016" y="4116926"/>
            <a:ext cx="150831" cy="336926"/>
            <a:chOff x="2749016" y="4291176"/>
            <a:chExt cx="150831" cy="336926"/>
          </a:xfrm>
        </p:grpSpPr>
        <p:sp>
          <p:nvSpPr>
            <p:cNvPr id="10949" name="Google Shape;10949;p63"/>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3"/>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3"/>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3"/>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63"/>
          <p:cNvGrpSpPr/>
          <p:nvPr/>
        </p:nvGrpSpPr>
        <p:grpSpPr>
          <a:xfrm>
            <a:off x="7127716" y="4105182"/>
            <a:ext cx="248254" cy="361942"/>
            <a:chOff x="7127716" y="4279432"/>
            <a:chExt cx="248254" cy="361942"/>
          </a:xfrm>
        </p:grpSpPr>
        <p:sp>
          <p:nvSpPr>
            <p:cNvPr id="10954" name="Google Shape;10954;p63"/>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3"/>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3"/>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3"/>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3"/>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3"/>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3"/>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3"/>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3"/>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63"/>
          <p:cNvGrpSpPr/>
          <p:nvPr/>
        </p:nvGrpSpPr>
        <p:grpSpPr>
          <a:xfrm>
            <a:off x="7565408" y="4105182"/>
            <a:ext cx="248255" cy="361942"/>
            <a:chOff x="7565408" y="4279432"/>
            <a:chExt cx="248255" cy="361942"/>
          </a:xfrm>
        </p:grpSpPr>
        <p:sp>
          <p:nvSpPr>
            <p:cNvPr id="10964" name="Google Shape;10964;p63"/>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3"/>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3"/>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3"/>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3"/>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3"/>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3"/>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3"/>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2" name="Google Shape;10972;p63"/>
          <p:cNvGrpSpPr/>
          <p:nvPr/>
        </p:nvGrpSpPr>
        <p:grpSpPr>
          <a:xfrm>
            <a:off x="6264109" y="4105182"/>
            <a:ext cx="225498" cy="361560"/>
            <a:chOff x="6264109" y="4279432"/>
            <a:chExt cx="225498" cy="361560"/>
          </a:xfrm>
        </p:grpSpPr>
        <p:sp>
          <p:nvSpPr>
            <p:cNvPr id="10973" name="Google Shape;10973;p63"/>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3"/>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63"/>
          <p:cNvGrpSpPr/>
          <p:nvPr/>
        </p:nvGrpSpPr>
        <p:grpSpPr>
          <a:xfrm>
            <a:off x="7929578" y="4110115"/>
            <a:ext cx="395266" cy="351312"/>
            <a:chOff x="7929578" y="4284365"/>
            <a:chExt cx="395266" cy="351312"/>
          </a:xfrm>
        </p:grpSpPr>
        <p:sp>
          <p:nvSpPr>
            <p:cNvPr id="10976" name="Google Shape;10976;p63"/>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3"/>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3"/>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3"/>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0" name="Google Shape;10980;p63"/>
          <p:cNvGrpSpPr/>
          <p:nvPr/>
        </p:nvGrpSpPr>
        <p:grpSpPr>
          <a:xfrm>
            <a:off x="6595502" y="4149527"/>
            <a:ext cx="426315" cy="332826"/>
            <a:chOff x="6639652" y="4323777"/>
            <a:chExt cx="426315" cy="332826"/>
          </a:xfrm>
        </p:grpSpPr>
        <p:sp>
          <p:nvSpPr>
            <p:cNvPr id="10981" name="Google Shape;10981;p63"/>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3"/>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3"/>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3"/>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3"/>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3"/>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3"/>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3"/>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3"/>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3"/>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1" name="Google Shape;10991;p63"/>
          <p:cNvGrpSpPr/>
          <p:nvPr/>
        </p:nvGrpSpPr>
        <p:grpSpPr>
          <a:xfrm>
            <a:off x="5357662" y="4123387"/>
            <a:ext cx="287275" cy="326296"/>
            <a:chOff x="5357662" y="4297637"/>
            <a:chExt cx="287275" cy="326296"/>
          </a:xfrm>
        </p:grpSpPr>
        <p:sp>
          <p:nvSpPr>
            <p:cNvPr id="10992" name="Google Shape;10992;p63"/>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3"/>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3"/>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3"/>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3"/>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63"/>
          <p:cNvGrpSpPr/>
          <p:nvPr/>
        </p:nvGrpSpPr>
        <p:grpSpPr>
          <a:xfrm>
            <a:off x="5774124" y="4120300"/>
            <a:ext cx="331611" cy="331674"/>
            <a:chOff x="5774124" y="4294550"/>
            <a:chExt cx="331611" cy="331674"/>
          </a:xfrm>
        </p:grpSpPr>
        <p:sp>
          <p:nvSpPr>
            <p:cNvPr id="10998" name="Google Shape;10998;p63"/>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3"/>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63"/>
          <p:cNvGrpSpPr/>
          <p:nvPr/>
        </p:nvGrpSpPr>
        <p:grpSpPr>
          <a:xfrm>
            <a:off x="4890434" y="4113139"/>
            <a:ext cx="345997" cy="346029"/>
            <a:chOff x="4890434" y="4287389"/>
            <a:chExt cx="345997" cy="346029"/>
          </a:xfrm>
        </p:grpSpPr>
        <p:sp>
          <p:nvSpPr>
            <p:cNvPr id="11001" name="Google Shape;11001;p63"/>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3"/>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3"/>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3"/>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3"/>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3"/>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3"/>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8" name="Google Shape;11008;p63"/>
          <p:cNvGrpSpPr/>
          <p:nvPr/>
        </p:nvGrpSpPr>
        <p:grpSpPr>
          <a:xfrm>
            <a:off x="2165809" y="3636809"/>
            <a:ext cx="422542" cy="342973"/>
            <a:chOff x="2165809" y="3811059"/>
            <a:chExt cx="422542" cy="342973"/>
          </a:xfrm>
        </p:grpSpPr>
        <p:sp>
          <p:nvSpPr>
            <p:cNvPr id="11009" name="Google Shape;11009;p63"/>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3"/>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3"/>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3"/>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3"/>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3"/>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3"/>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3"/>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3"/>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3"/>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3"/>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3"/>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3"/>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3"/>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3"/>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3"/>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3"/>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3"/>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7" name="Google Shape;11027;p63"/>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8" name="Google Shape;11028;p63"/>
          <p:cNvGrpSpPr/>
          <p:nvPr/>
        </p:nvGrpSpPr>
        <p:grpSpPr>
          <a:xfrm>
            <a:off x="903530" y="3631875"/>
            <a:ext cx="264550" cy="353222"/>
            <a:chOff x="903530" y="3806125"/>
            <a:chExt cx="264550" cy="353222"/>
          </a:xfrm>
        </p:grpSpPr>
        <p:sp>
          <p:nvSpPr>
            <p:cNvPr id="11029" name="Google Shape;11029;p63"/>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3"/>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3"/>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3"/>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63"/>
          <p:cNvGrpSpPr/>
          <p:nvPr/>
        </p:nvGrpSpPr>
        <p:grpSpPr>
          <a:xfrm>
            <a:off x="850092" y="3178684"/>
            <a:ext cx="369517" cy="375660"/>
            <a:chOff x="850092" y="3352934"/>
            <a:chExt cx="369517" cy="375660"/>
          </a:xfrm>
        </p:grpSpPr>
        <p:sp>
          <p:nvSpPr>
            <p:cNvPr id="11034" name="Google Shape;11034;p63"/>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3"/>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3"/>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3"/>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3"/>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63"/>
          <p:cNvGrpSpPr/>
          <p:nvPr/>
        </p:nvGrpSpPr>
        <p:grpSpPr>
          <a:xfrm>
            <a:off x="2611458" y="3642124"/>
            <a:ext cx="426329" cy="332375"/>
            <a:chOff x="2611458" y="3816374"/>
            <a:chExt cx="426329" cy="332375"/>
          </a:xfrm>
        </p:grpSpPr>
        <p:sp>
          <p:nvSpPr>
            <p:cNvPr id="11040" name="Google Shape;11040;p63"/>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3"/>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3"/>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3"/>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3"/>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3"/>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3"/>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3"/>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3"/>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3"/>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0" name="Google Shape;11050;p63"/>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1" name="Google Shape;11051;p63"/>
          <p:cNvGrpSpPr/>
          <p:nvPr/>
        </p:nvGrpSpPr>
        <p:grpSpPr>
          <a:xfrm>
            <a:off x="4019984" y="3631143"/>
            <a:ext cx="293704" cy="353954"/>
            <a:chOff x="4019984" y="3805393"/>
            <a:chExt cx="293704" cy="353954"/>
          </a:xfrm>
        </p:grpSpPr>
        <p:sp>
          <p:nvSpPr>
            <p:cNvPr id="11052" name="Google Shape;11052;p63"/>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3"/>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63"/>
          <p:cNvGrpSpPr/>
          <p:nvPr/>
        </p:nvGrpSpPr>
        <p:grpSpPr>
          <a:xfrm>
            <a:off x="8006505" y="3215794"/>
            <a:ext cx="323654" cy="303189"/>
            <a:chOff x="8006505" y="3390044"/>
            <a:chExt cx="323654" cy="303189"/>
          </a:xfrm>
        </p:grpSpPr>
        <p:sp>
          <p:nvSpPr>
            <p:cNvPr id="11055" name="Google Shape;11055;p63"/>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3"/>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3"/>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3"/>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3"/>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3"/>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63"/>
          <p:cNvGrpSpPr/>
          <p:nvPr/>
        </p:nvGrpSpPr>
        <p:grpSpPr>
          <a:xfrm>
            <a:off x="1299146" y="3632257"/>
            <a:ext cx="367990" cy="351312"/>
            <a:chOff x="1299146" y="3806507"/>
            <a:chExt cx="367990" cy="351312"/>
          </a:xfrm>
        </p:grpSpPr>
        <p:sp>
          <p:nvSpPr>
            <p:cNvPr id="11062" name="Google Shape;11062;p63"/>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3"/>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4" name="Google Shape;11064;p63"/>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5" name="Google Shape;11065;p63"/>
          <p:cNvGrpSpPr/>
          <p:nvPr/>
        </p:nvGrpSpPr>
        <p:grpSpPr>
          <a:xfrm>
            <a:off x="7550258" y="3658420"/>
            <a:ext cx="371395" cy="301279"/>
            <a:chOff x="7550258" y="3832670"/>
            <a:chExt cx="371395" cy="301279"/>
          </a:xfrm>
        </p:grpSpPr>
        <p:sp>
          <p:nvSpPr>
            <p:cNvPr id="11066" name="Google Shape;11066;p63"/>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3"/>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3"/>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3"/>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3"/>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3"/>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3"/>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3"/>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3"/>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3"/>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3"/>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3"/>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3"/>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3"/>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3"/>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3"/>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3"/>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3"/>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4" name="Google Shape;11084;p63"/>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63"/>
          <p:cNvGrpSpPr/>
          <p:nvPr/>
        </p:nvGrpSpPr>
        <p:grpSpPr>
          <a:xfrm>
            <a:off x="6659725" y="3633785"/>
            <a:ext cx="367608" cy="350548"/>
            <a:chOff x="6659725" y="3808035"/>
            <a:chExt cx="367608" cy="350548"/>
          </a:xfrm>
        </p:grpSpPr>
        <p:sp>
          <p:nvSpPr>
            <p:cNvPr id="11086" name="Google Shape;11086;p63"/>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3"/>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3"/>
          <p:cNvGrpSpPr/>
          <p:nvPr/>
        </p:nvGrpSpPr>
        <p:grpSpPr>
          <a:xfrm>
            <a:off x="6219391" y="3642506"/>
            <a:ext cx="356627" cy="334252"/>
            <a:chOff x="6219391" y="3816756"/>
            <a:chExt cx="356627" cy="334252"/>
          </a:xfrm>
        </p:grpSpPr>
        <p:sp>
          <p:nvSpPr>
            <p:cNvPr id="11089" name="Google Shape;11089;p63"/>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3"/>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3"/>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3"/>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3" name="Google Shape;11093;p63"/>
          <p:cNvGrpSpPr/>
          <p:nvPr/>
        </p:nvGrpSpPr>
        <p:grpSpPr>
          <a:xfrm>
            <a:off x="5778676" y="3652722"/>
            <a:ext cx="349052" cy="313055"/>
            <a:chOff x="5778676" y="3826972"/>
            <a:chExt cx="349052" cy="313055"/>
          </a:xfrm>
        </p:grpSpPr>
        <p:sp>
          <p:nvSpPr>
            <p:cNvPr id="11094" name="Google Shape;11094;p63"/>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3"/>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3"/>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3"/>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3"/>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9" name="Google Shape;11099;p63"/>
          <p:cNvGrpSpPr/>
          <p:nvPr/>
        </p:nvGrpSpPr>
        <p:grpSpPr>
          <a:xfrm>
            <a:off x="5355784" y="3660297"/>
            <a:ext cx="299019" cy="297905"/>
            <a:chOff x="5355784" y="3834547"/>
            <a:chExt cx="299019" cy="297905"/>
          </a:xfrm>
        </p:grpSpPr>
        <p:sp>
          <p:nvSpPr>
            <p:cNvPr id="11100" name="Google Shape;11100;p63"/>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3"/>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3"/>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3"/>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63"/>
          <p:cNvGrpSpPr/>
          <p:nvPr/>
        </p:nvGrpSpPr>
        <p:grpSpPr>
          <a:xfrm>
            <a:off x="8036455" y="3633021"/>
            <a:ext cx="292176" cy="353985"/>
            <a:chOff x="8036455" y="3807271"/>
            <a:chExt cx="292176" cy="353985"/>
          </a:xfrm>
        </p:grpSpPr>
        <p:sp>
          <p:nvSpPr>
            <p:cNvPr id="11105" name="Google Shape;11105;p63"/>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3"/>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7" name="Google Shape;11107;p63"/>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Business Icons</a:t>
            </a:r>
            <a:endParaRPr sz="2400">
              <a:solidFill>
                <a:srgbClr val="FFFFFF"/>
              </a:solidFill>
            </a:endParaRPr>
          </a:p>
        </p:txBody>
      </p:sp>
      <p:sp>
        <p:nvSpPr>
          <p:cNvPr id="11108" name="Google Shape;11108;p63"/>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Teamwork Icons</a:t>
            </a:r>
            <a:endParaRPr sz="2400">
              <a:solidFill>
                <a:srgbClr val="FFFFFF"/>
              </a:solidFill>
            </a:endParaRPr>
          </a:p>
        </p:txBody>
      </p:sp>
      <p:grpSp>
        <p:nvGrpSpPr>
          <p:cNvPr id="11109" name="Google Shape;11109;p63"/>
          <p:cNvGrpSpPr/>
          <p:nvPr/>
        </p:nvGrpSpPr>
        <p:grpSpPr>
          <a:xfrm>
            <a:off x="4874902" y="3634549"/>
            <a:ext cx="345615" cy="350835"/>
            <a:chOff x="4874902" y="3808799"/>
            <a:chExt cx="345615" cy="350835"/>
          </a:xfrm>
        </p:grpSpPr>
        <p:sp>
          <p:nvSpPr>
            <p:cNvPr id="11110" name="Google Shape;11110;p63"/>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3"/>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3"/>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3"/>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3"/>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3"/>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3"/>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3"/>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3"/>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3"/>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3"/>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3"/>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3"/>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3"/>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3"/>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3"/>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3"/>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63"/>
          <p:cNvGrpSpPr/>
          <p:nvPr/>
        </p:nvGrpSpPr>
        <p:grpSpPr>
          <a:xfrm>
            <a:off x="3095745" y="3631143"/>
            <a:ext cx="352840" cy="354717"/>
            <a:chOff x="3095745" y="3805393"/>
            <a:chExt cx="352840" cy="354717"/>
          </a:xfrm>
        </p:grpSpPr>
        <p:sp>
          <p:nvSpPr>
            <p:cNvPr id="11128" name="Google Shape;11128;p63"/>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3"/>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3"/>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3"/>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3"/>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3"/>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37"/>
        <p:cNvGrpSpPr/>
        <p:nvPr/>
      </p:nvGrpSpPr>
      <p:grpSpPr>
        <a:xfrm>
          <a:off x="0" y="0"/>
          <a:ext cx="0" cy="0"/>
          <a:chOff x="0" y="0"/>
          <a:chExt cx="0" cy="0"/>
        </a:xfrm>
      </p:grpSpPr>
      <p:grpSp>
        <p:nvGrpSpPr>
          <p:cNvPr id="11138" name="Google Shape;11138;p64"/>
          <p:cNvGrpSpPr/>
          <p:nvPr/>
        </p:nvGrpSpPr>
        <p:grpSpPr>
          <a:xfrm>
            <a:off x="2733780" y="4039081"/>
            <a:ext cx="342144" cy="362704"/>
            <a:chOff x="2704005" y="4258781"/>
            <a:chExt cx="342144" cy="362704"/>
          </a:xfrm>
        </p:grpSpPr>
        <p:sp>
          <p:nvSpPr>
            <p:cNvPr id="11139" name="Google Shape;11139;p64"/>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4"/>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4"/>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4"/>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4"/>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4"/>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4"/>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64"/>
          <p:cNvGrpSpPr/>
          <p:nvPr/>
        </p:nvGrpSpPr>
        <p:grpSpPr>
          <a:xfrm>
            <a:off x="2157462" y="4083096"/>
            <a:ext cx="347435" cy="363370"/>
            <a:chOff x="2157462" y="4258496"/>
            <a:chExt cx="347435" cy="363370"/>
          </a:xfrm>
        </p:grpSpPr>
        <p:sp>
          <p:nvSpPr>
            <p:cNvPr id="11147" name="Google Shape;11147;p64"/>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4"/>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4"/>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64"/>
          <p:cNvGrpSpPr/>
          <p:nvPr/>
        </p:nvGrpSpPr>
        <p:grpSpPr>
          <a:xfrm>
            <a:off x="4010963" y="3588381"/>
            <a:ext cx="343665" cy="363211"/>
            <a:chOff x="4010963" y="3763781"/>
            <a:chExt cx="343665" cy="363211"/>
          </a:xfrm>
        </p:grpSpPr>
        <p:sp>
          <p:nvSpPr>
            <p:cNvPr id="11151" name="Google Shape;11151;p64"/>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4"/>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4"/>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4"/>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4"/>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64"/>
          <p:cNvGrpSpPr/>
          <p:nvPr/>
        </p:nvGrpSpPr>
        <p:grpSpPr>
          <a:xfrm>
            <a:off x="2214042" y="3635109"/>
            <a:ext cx="368153" cy="311193"/>
            <a:chOff x="2214042" y="3810509"/>
            <a:chExt cx="368153" cy="311193"/>
          </a:xfrm>
        </p:grpSpPr>
        <p:sp>
          <p:nvSpPr>
            <p:cNvPr id="11157" name="Google Shape;11157;p64"/>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4"/>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64"/>
          <p:cNvGrpSpPr/>
          <p:nvPr/>
        </p:nvGrpSpPr>
        <p:grpSpPr>
          <a:xfrm>
            <a:off x="1797413" y="3606819"/>
            <a:ext cx="367805" cy="367773"/>
            <a:chOff x="1768938" y="3782219"/>
            <a:chExt cx="367805" cy="367773"/>
          </a:xfrm>
        </p:grpSpPr>
        <p:sp>
          <p:nvSpPr>
            <p:cNvPr id="11160" name="Google Shape;11160;p64"/>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4"/>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4"/>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4"/>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4"/>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64"/>
          <p:cNvGrpSpPr/>
          <p:nvPr/>
        </p:nvGrpSpPr>
        <p:grpSpPr>
          <a:xfrm>
            <a:off x="2681385" y="3623039"/>
            <a:ext cx="325544" cy="327413"/>
            <a:chOff x="2681385" y="3798439"/>
            <a:chExt cx="325544" cy="327413"/>
          </a:xfrm>
        </p:grpSpPr>
        <p:sp>
          <p:nvSpPr>
            <p:cNvPr id="11166" name="Google Shape;11166;p64"/>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4"/>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4"/>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4"/>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4"/>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4"/>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4"/>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64"/>
          <p:cNvGrpSpPr/>
          <p:nvPr/>
        </p:nvGrpSpPr>
        <p:grpSpPr>
          <a:xfrm>
            <a:off x="6243928" y="4088102"/>
            <a:ext cx="274254" cy="350824"/>
            <a:chOff x="6243928" y="4263502"/>
            <a:chExt cx="274254" cy="350824"/>
          </a:xfrm>
        </p:grpSpPr>
        <p:sp>
          <p:nvSpPr>
            <p:cNvPr id="11174" name="Google Shape;11174;p64"/>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4"/>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4"/>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4"/>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4"/>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4"/>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4"/>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4"/>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64"/>
          <p:cNvGrpSpPr/>
          <p:nvPr/>
        </p:nvGrpSpPr>
        <p:grpSpPr>
          <a:xfrm>
            <a:off x="3560600" y="3587938"/>
            <a:ext cx="352345" cy="363655"/>
            <a:chOff x="3560600" y="3763338"/>
            <a:chExt cx="352345" cy="363655"/>
          </a:xfrm>
        </p:grpSpPr>
        <p:sp>
          <p:nvSpPr>
            <p:cNvPr id="11183" name="Google Shape;11183;p64"/>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4"/>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4"/>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64"/>
          <p:cNvGrpSpPr/>
          <p:nvPr/>
        </p:nvGrpSpPr>
        <p:grpSpPr>
          <a:xfrm>
            <a:off x="5790556" y="4085852"/>
            <a:ext cx="279513" cy="356083"/>
            <a:chOff x="5790556" y="4261252"/>
            <a:chExt cx="279513" cy="356083"/>
          </a:xfrm>
        </p:grpSpPr>
        <p:sp>
          <p:nvSpPr>
            <p:cNvPr id="11187" name="Google Shape;11187;p64"/>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4"/>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4"/>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4"/>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4"/>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4"/>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4"/>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4"/>
          <p:cNvGrpSpPr/>
          <p:nvPr/>
        </p:nvGrpSpPr>
        <p:grpSpPr>
          <a:xfrm>
            <a:off x="5341333" y="4085852"/>
            <a:ext cx="278752" cy="356463"/>
            <a:chOff x="5341333" y="4261252"/>
            <a:chExt cx="278752" cy="356463"/>
          </a:xfrm>
        </p:grpSpPr>
        <p:sp>
          <p:nvSpPr>
            <p:cNvPr id="11195" name="Google Shape;11195;p64"/>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4"/>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4"/>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4"/>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4"/>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4"/>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4"/>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2" name="Google Shape;11202;p64"/>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3" name="Google Shape;11203;p64"/>
          <p:cNvGrpSpPr/>
          <p:nvPr/>
        </p:nvGrpSpPr>
        <p:grpSpPr>
          <a:xfrm>
            <a:off x="3103646" y="3590676"/>
            <a:ext cx="360233" cy="362451"/>
            <a:chOff x="3107608" y="3763401"/>
            <a:chExt cx="360233" cy="362451"/>
          </a:xfrm>
        </p:grpSpPr>
        <p:sp>
          <p:nvSpPr>
            <p:cNvPr id="11204" name="Google Shape;11204;p64"/>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4"/>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4"/>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64"/>
          <p:cNvGrpSpPr/>
          <p:nvPr/>
        </p:nvGrpSpPr>
        <p:grpSpPr>
          <a:xfrm>
            <a:off x="889343" y="3625827"/>
            <a:ext cx="351585" cy="339705"/>
            <a:chOff x="889343" y="3801227"/>
            <a:chExt cx="351585" cy="339705"/>
          </a:xfrm>
        </p:grpSpPr>
        <p:sp>
          <p:nvSpPr>
            <p:cNvPr id="11208" name="Google Shape;11208;p64"/>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4"/>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4"/>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4"/>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4"/>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64"/>
          <p:cNvGrpSpPr/>
          <p:nvPr/>
        </p:nvGrpSpPr>
        <p:grpSpPr>
          <a:xfrm>
            <a:off x="4896609" y="4085472"/>
            <a:ext cx="278784" cy="355323"/>
            <a:chOff x="4896609" y="4260872"/>
            <a:chExt cx="278784" cy="355323"/>
          </a:xfrm>
        </p:grpSpPr>
        <p:sp>
          <p:nvSpPr>
            <p:cNvPr id="11214" name="Google Shape;11214;p64"/>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4"/>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4"/>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4"/>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4"/>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4"/>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64"/>
          <p:cNvGrpSpPr/>
          <p:nvPr/>
        </p:nvGrpSpPr>
        <p:grpSpPr>
          <a:xfrm>
            <a:off x="7598438" y="4090731"/>
            <a:ext cx="260283" cy="345914"/>
            <a:chOff x="7598438" y="4266131"/>
            <a:chExt cx="260283" cy="345914"/>
          </a:xfrm>
        </p:grpSpPr>
        <p:sp>
          <p:nvSpPr>
            <p:cNvPr id="11221" name="Google Shape;11221;p64"/>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4"/>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4"/>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4"/>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4"/>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4"/>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4"/>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64"/>
          <p:cNvGrpSpPr/>
          <p:nvPr/>
        </p:nvGrpSpPr>
        <p:grpSpPr>
          <a:xfrm>
            <a:off x="1767069" y="3184746"/>
            <a:ext cx="286324" cy="348163"/>
            <a:chOff x="1767069" y="3360146"/>
            <a:chExt cx="286324" cy="348163"/>
          </a:xfrm>
        </p:grpSpPr>
        <p:sp>
          <p:nvSpPr>
            <p:cNvPr id="11229" name="Google Shape;11229;p64"/>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4"/>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4"/>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4"/>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4"/>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4"/>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4"/>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64"/>
          <p:cNvGrpSpPr/>
          <p:nvPr/>
        </p:nvGrpSpPr>
        <p:grpSpPr>
          <a:xfrm>
            <a:off x="7149944" y="4090731"/>
            <a:ext cx="260283" cy="345914"/>
            <a:chOff x="7149944" y="4266131"/>
            <a:chExt cx="260283" cy="345914"/>
          </a:xfrm>
        </p:grpSpPr>
        <p:sp>
          <p:nvSpPr>
            <p:cNvPr id="11237" name="Google Shape;11237;p64"/>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4"/>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4"/>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4"/>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4"/>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4"/>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64"/>
          <p:cNvGrpSpPr/>
          <p:nvPr/>
        </p:nvGrpSpPr>
        <p:grpSpPr>
          <a:xfrm>
            <a:off x="6695051" y="4083951"/>
            <a:ext cx="270104" cy="360233"/>
            <a:chOff x="6695051" y="4259351"/>
            <a:chExt cx="270104" cy="360233"/>
          </a:xfrm>
        </p:grpSpPr>
        <p:sp>
          <p:nvSpPr>
            <p:cNvPr id="11244" name="Google Shape;11244;p64"/>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4"/>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4"/>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4"/>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4"/>
          <p:cNvGrpSpPr/>
          <p:nvPr/>
        </p:nvGrpSpPr>
        <p:grpSpPr>
          <a:xfrm>
            <a:off x="8047661" y="4082051"/>
            <a:ext cx="277263" cy="362514"/>
            <a:chOff x="8047661" y="4257451"/>
            <a:chExt cx="277263" cy="362514"/>
          </a:xfrm>
        </p:grpSpPr>
        <p:sp>
          <p:nvSpPr>
            <p:cNvPr id="11249" name="Google Shape;11249;p64"/>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4"/>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4"/>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4"/>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64"/>
          <p:cNvGrpSpPr/>
          <p:nvPr/>
        </p:nvGrpSpPr>
        <p:grpSpPr>
          <a:xfrm>
            <a:off x="6248078" y="3609068"/>
            <a:ext cx="277263" cy="356115"/>
            <a:chOff x="6248078" y="3784468"/>
            <a:chExt cx="277263" cy="356115"/>
          </a:xfrm>
        </p:grpSpPr>
        <p:sp>
          <p:nvSpPr>
            <p:cNvPr id="11254" name="Google Shape;11254;p64"/>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4"/>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4"/>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4"/>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4"/>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64"/>
          <p:cNvGrpSpPr/>
          <p:nvPr/>
        </p:nvGrpSpPr>
        <p:grpSpPr>
          <a:xfrm>
            <a:off x="5800725" y="3610589"/>
            <a:ext cx="277644" cy="354594"/>
            <a:chOff x="5800725" y="3785989"/>
            <a:chExt cx="277644" cy="354594"/>
          </a:xfrm>
        </p:grpSpPr>
        <p:sp>
          <p:nvSpPr>
            <p:cNvPr id="11260" name="Google Shape;11260;p64"/>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4"/>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4"/>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4"/>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4"/>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4"/>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4"/>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64"/>
          <p:cNvGrpSpPr/>
          <p:nvPr/>
        </p:nvGrpSpPr>
        <p:grpSpPr>
          <a:xfrm>
            <a:off x="2206122" y="3185348"/>
            <a:ext cx="308183" cy="347561"/>
            <a:chOff x="2206122" y="3360748"/>
            <a:chExt cx="308183" cy="347561"/>
          </a:xfrm>
        </p:grpSpPr>
        <p:sp>
          <p:nvSpPr>
            <p:cNvPr id="11268" name="Google Shape;11268;p64"/>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4"/>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4"/>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4"/>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4"/>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4"/>
          <p:cNvGrpSpPr/>
          <p:nvPr/>
        </p:nvGrpSpPr>
        <p:grpSpPr>
          <a:xfrm>
            <a:off x="5353403" y="3610209"/>
            <a:ext cx="277992" cy="354974"/>
            <a:chOff x="5353403" y="3785609"/>
            <a:chExt cx="277992" cy="354974"/>
          </a:xfrm>
        </p:grpSpPr>
        <p:sp>
          <p:nvSpPr>
            <p:cNvPr id="11274" name="Google Shape;11274;p64"/>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4"/>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4"/>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4"/>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4"/>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4"/>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64"/>
          <p:cNvGrpSpPr/>
          <p:nvPr/>
        </p:nvGrpSpPr>
        <p:grpSpPr>
          <a:xfrm>
            <a:off x="4896229" y="3610589"/>
            <a:ext cx="278784" cy="354594"/>
            <a:chOff x="4896229" y="3785989"/>
            <a:chExt cx="278784" cy="354594"/>
          </a:xfrm>
        </p:grpSpPr>
        <p:sp>
          <p:nvSpPr>
            <p:cNvPr id="11281" name="Google Shape;11281;p64"/>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4"/>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4"/>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4"/>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4"/>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4"/>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64"/>
          <p:cNvGrpSpPr/>
          <p:nvPr/>
        </p:nvGrpSpPr>
        <p:grpSpPr>
          <a:xfrm>
            <a:off x="7592387" y="3612458"/>
            <a:ext cx="273874" cy="351204"/>
            <a:chOff x="7592387" y="3787858"/>
            <a:chExt cx="273874" cy="351204"/>
          </a:xfrm>
        </p:grpSpPr>
        <p:sp>
          <p:nvSpPr>
            <p:cNvPr id="11288" name="Google Shape;11288;p64"/>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4"/>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4"/>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4"/>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64"/>
          <p:cNvGrpSpPr/>
          <p:nvPr/>
        </p:nvGrpSpPr>
        <p:grpSpPr>
          <a:xfrm>
            <a:off x="7145794" y="3612458"/>
            <a:ext cx="274254" cy="350444"/>
            <a:chOff x="7145794" y="3787858"/>
            <a:chExt cx="274254" cy="350444"/>
          </a:xfrm>
        </p:grpSpPr>
        <p:sp>
          <p:nvSpPr>
            <p:cNvPr id="11293" name="Google Shape;11293;p64"/>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4"/>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4"/>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4"/>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4"/>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4"/>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9" name="Google Shape;11299;p64"/>
          <p:cNvGrpSpPr/>
          <p:nvPr/>
        </p:nvGrpSpPr>
        <p:grpSpPr>
          <a:xfrm>
            <a:off x="8054060" y="3611698"/>
            <a:ext cx="266334" cy="353834"/>
            <a:chOff x="8054060" y="3787098"/>
            <a:chExt cx="266334" cy="353834"/>
          </a:xfrm>
        </p:grpSpPr>
        <p:sp>
          <p:nvSpPr>
            <p:cNvPr id="11300" name="Google Shape;11300;p64"/>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4"/>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4"/>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4"/>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64"/>
          <p:cNvGrpSpPr/>
          <p:nvPr/>
        </p:nvGrpSpPr>
        <p:grpSpPr>
          <a:xfrm>
            <a:off x="6702211" y="3607199"/>
            <a:ext cx="270104" cy="361754"/>
            <a:chOff x="6702211" y="3782599"/>
            <a:chExt cx="270104" cy="361754"/>
          </a:xfrm>
        </p:grpSpPr>
        <p:sp>
          <p:nvSpPr>
            <p:cNvPr id="11305" name="Google Shape;11305;p64"/>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4"/>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4"/>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4"/>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4"/>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64"/>
          <p:cNvGrpSpPr/>
          <p:nvPr/>
        </p:nvGrpSpPr>
        <p:grpSpPr>
          <a:xfrm>
            <a:off x="3516886" y="3263327"/>
            <a:ext cx="391854" cy="269922"/>
            <a:chOff x="3516850" y="3406526"/>
            <a:chExt cx="369674" cy="254644"/>
          </a:xfrm>
        </p:grpSpPr>
        <p:sp>
          <p:nvSpPr>
            <p:cNvPr id="11311" name="Google Shape;11311;p64"/>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4"/>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4"/>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4"/>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64"/>
          <p:cNvGrpSpPr/>
          <p:nvPr/>
        </p:nvGrpSpPr>
        <p:grpSpPr>
          <a:xfrm>
            <a:off x="1310655" y="3185127"/>
            <a:ext cx="306314" cy="347403"/>
            <a:chOff x="1310655" y="3360527"/>
            <a:chExt cx="306314" cy="347403"/>
          </a:xfrm>
        </p:grpSpPr>
        <p:sp>
          <p:nvSpPr>
            <p:cNvPr id="11316" name="Google Shape;11316;p64"/>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4"/>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4"/>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4"/>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4"/>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1" name="Google Shape;11321;p64"/>
          <p:cNvGrpSpPr/>
          <p:nvPr/>
        </p:nvGrpSpPr>
        <p:grpSpPr>
          <a:xfrm>
            <a:off x="3119678" y="3184746"/>
            <a:ext cx="269343" cy="348543"/>
            <a:chOff x="3119678" y="3360146"/>
            <a:chExt cx="269343" cy="348543"/>
          </a:xfrm>
        </p:grpSpPr>
        <p:sp>
          <p:nvSpPr>
            <p:cNvPr id="11322" name="Google Shape;11322;p64"/>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4"/>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4"/>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4"/>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4"/>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4"/>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4"/>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9" name="Google Shape;11329;p64"/>
          <p:cNvGrpSpPr/>
          <p:nvPr/>
        </p:nvGrpSpPr>
        <p:grpSpPr>
          <a:xfrm>
            <a:off x="3967213" y="3181547"/>
            <a:ext cx="368185" cy="354753"/>
            <a:chOff x="3967213" y="3356947"/>
            <a:chExt cx="368185" cy="354753"/>
          </a:xfrm>
        </p:grpSpPr>
        <p:sp>
          <p:nvSpPr>
            <p:cNvPr id="11330" name="Google Shape;11330;p64"/>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4"/>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4"/>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4"/>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4"/>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4"/>
          <p:cNvGrpSpPr/>
          <p:nvPr/>
        </p:nvGrpSpPr>
        <p:grpSpPr>
          <a:xfrm>
            <a:off x="871254" y="3184746"/>
            <a:ext cx="285183" cy="347023"/>
            <a:chOff x="871254" y="3360146"/>
            <a:chExt cx="285183" cy="347023"/>
          </a:xfrm>
        </p:grpSpPr>
        <p:sp>
          <p:nvSpPr>
            <p:cNvPr id="11336" name="Google Shape;11336;p64"/>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4"/>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4"/>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4"/>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0" name="Google Shape;11340;p64"/>
          <p:cNvGrpSpPr/>
          <p:nvPr/>
        </p:nvGrpSpPr>
        <p:grpSpPr>
          <a:xfrm>
            <a:off x="2665165" y="3184746"/>
            <a:ext cx="281794" cy="349684"/>
            <a:chOff x="2665165" y="3360146"/>
            <a:chExt cx="281794" cy="349684"/>
          </a:xfrm>
        </p:grpSpPr>
        <p:sp>
          <p:nvSpPr>
            <p:cNvPr id="11341" name="Google Shape;11341;p64"/>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4"/>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4"/>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4"/>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4"/>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6" name="Google Shape;11346;p64"/>
          <p:cNvGrpSpPr/>
          <p:nvPr/>
        </p:nvGrpSpPr>
        <p:grpSpPr>
          <a:xfrm>
            <a:off x="7156344" y="3172296"/>
            <a:ext cx="264465" cy="353074"/>
            <a:chOff x="7156344" y="3347696"/>
            <a:chExt cx="264465" cy="353074"/>
          </a:xfrm>
        </p:grpSpPr>
        <p:sp>
          <p:nvSpPr>
            <p:cNvPr id="11347" name="Google Shape;11347;p64"/>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4"/>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4"/>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4"/>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4"/>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2" name="Google Shape;11352;p64"/>
          <p:cNvGrpSpPr/>
          <p:nvPr/>
        </p:nvGrpSpPr>
        <p:grpSpPr>
          <a:xfrm>
            <a:off x="6703732" y="3171536"/>
            <a:ext cx="264813" cy="352693"/>
            <a:chOff x="6703732" y="3346936"/>
            <a:chExt cx="264813" cy="352693"/>
          </a:xfrm>
        </p:grpSpPr>
        <p:sp>
          <p:nvSpPr>
            <p:cNvPr id="11353" name="Google Shape;11353;p64"/>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4"/>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4"/>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4"/>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4"/>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8" name="Google Shape;11358;p64"/>
          <p:cNvGrpSpPr/>
          <p:nvPr/>
        </p:nvGrpSpPr>
        <p:grpSpPr>
          <a:xfrm>
            <a:off x="6252228" y="3171536"/>
            <a:ext cx="265193" cy="352693"/>
            <a:chOff x="6252228" y="3346936"/>
            <a:chExt cx="265193" cy="352693"/>
          </a:xfrm>
        </p:grpSpPr>
        <p:sp>
          <p:nvSpPr>
            <p:cNvPr id="11359" name="Google Shape;11359;p64"/>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4"/>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4"/>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64"/>
          <p:cNvGrpSpPr/>
          <p:nvPr/>
        </p:nvGrpSpPr>
        <p:grpSpPr>
          <a:xfrm>
            <a:off x="5801105" y="3172296"/>
            <a:ext cx="264813" cy="351933"/>
            <a:chOff x="5801105" y="3347696"/>
            <a:chExt cx="264813" cy="351933"/>
          </a:xfrm>
        </p:grpSpPr>
        <p:sp>
          <p:nvSpPr>
            <p:cNvPr id="11363" name="Google Shape;11363;p64"/>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4"/>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4"/>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4"/>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64"/>
          <p:cNvGrpSpPr/>
          <p:nvPr/>
        </p:nvGrpSpPr>
        <p:grpSpPr>
          <a:xfrm>
            <a:off x="5349253" y="3171536"/>
            <a:ext cx="265922" cy="352693"/>
            <a:chOff x="5349253" y="3346936"/>
            <a:chExt cx="265922" cy="352693"/>
          </a:xfrm>
        </p:grpSpPr>
        <p:sp>
          <p:nvSpPr>
            <p:cNvPr id="11368" name="Google Shape;11368;p64"/>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4"/>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4"/>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4"/>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4"/>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4"/>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64"/>
          <p:cNvGrpSpPr/>
          <p:nvPr/>
        </p:nvGrpSpPr>
        <p:grpSpPr>
          <a:xfrm>
            <a:off x="4907159" y="3171536"/>
            <a:ext cx="264845" cy="354214"/>
            <a:chOff x="4907159" y="3346936"/>
            <a:chExt cx="264845" cy="354214"/>
          </a:xfrm>
        </p:grpSpPr>
        <p:sp>
          <p:nvSpPr>
            <p:cNvPr id="11375" name="Google Shape;11375;p64"/>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4"/>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64"/>
          <p:cNvGrpSpPr/>
          <p:nvPr/>
        </p:nvGrpSpPr>
        <p:grpSpPr>
          <a:xfrm>
            <a:off x="8048421" y="3159086"/>
            <a:ext cx="276503" cy="369674"/>
            <a:chOff x="8048421" y="3334486"/>
            <a:chExt cx="276503" cy="369674"/>
          </a:xfrm>
        </p:grpSpPr>
        <p:sp>
          <p:nvSpPr>
            <p:cNvPr id="11378" name="Google Shape;11378;p64"/>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4"/>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4"/>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4"/>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4"/>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4"/>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4"/>
          <p:cNvGrpSpPr/>
          <p:nvPr/>
        </p:nvGrpSpPr>
        <p:grpSpPr>
          <a:xfrm>
            <a:off x="7575787" y="3154555"/>
            <a:ext cx="295384" cy="376834"/>
            <a:chOff x="7575787" y="3329955"/>
            <a:chExt cx="295384" cy="376834"/>
          </a:xfrm>
        </p:grpSpPr>
        <p:sp>
          <p:nvSpPr>
            <p:cNvPr id="11385" name="Google Shape;11385;p64"/>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4"/>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4"/>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4"/>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4"/>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4"/>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1" name="Google Shape;11391;p64"/>
          <p:cNvGrpSpPr/>
          <p:nvPr/>
        </p:nvGrpSpPr>
        <p:grpSpPr>
          <a:xfrm>
            <a:off x="864062" y="2709103"/>
            <a:ext cx="264084" cy="347783"/>
            <a:chOff x="864062" y="2884503"/>
            <a:chExt cx="264084" cy="347783"/>
          </a:xfrm>
        </p:grpSpPr>
        <p:sp>
          <p:nvSpPr>
            <p:cNvPr id="11392" name="Google Shape;11392;p64"/>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4"/>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4"/>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4"/>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4"/>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4"/>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4"/>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4"/>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4"/>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4"/>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2" name="Google Shape;11402;p64"/>
          <p:cNvGrpSpPr/>
          <p:nvPr/>
        </p:nvGrpSpPr>
        <p:grpSpPr>
          <a:xfrm>
            <a:off x="3978523" y="2709261"/>
            <a:ext cx="348955" cy="346516"/>
            <a:chOff x="3978523" y="2884661"/>
            <a:chExt cx="348955" cy="346516"/>
          </a:xfrm>
        </p:grpSpPr>
        <p:sp>
          <p:nvSpPr>
            <p:cNvPr id="11403" name="Google Shape;11403;p64"/>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4"/>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4"/>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4"/>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4"/>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4"/>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4"/>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4"/>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64"/>
          <p:cNvGrpSpPr/>
          <p:nvPr/>
        </p:nvGrpSpPr>
        <p:grpSpPr>
          <a:xfrm>
            <a:off x="3556255" y="2709863"/>
            <a:ext cx="347435" cy="345534"/>
            <a:chOff x="3527780" y="2885263"/>
            <a:chExt cx="347435" cy="345534"/>
          </a:xfrm>
        </p:grpSpPr>
        <p:sp>
          <p:nvSpPr>
            <p:cNvPr id="11412" name="Google Shape;11412;p64"/>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4"/>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4"/>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4"/>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4"/>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4"/>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4"/>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4"/>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4"/>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4"/>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4"/>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4"/>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4"/>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4"/>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4"/>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4"/>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4"/>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4"/>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4"/>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4"/>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4"/>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4"/>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4"/>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5" name="Google Shape;11435;p64"/>
          <p:cNvGrpSpPr/>
          <p:nvPr/>
        </p:nvGrpSpPr>
        <p:grpSpPr>
          <a:xfrm>
            <a:off x="2239671" y="2709103"/>
            <a:ext cx="218053" cy="348543"/>
            <a:chOff x="2239671" y="2884503"/>
            <a:chExt cx="218053" cy="348543"/>
          </a:xfrm>
        </p:grpSpPr>
        <p:sp>
          <p:nvSpPr>
            <p:cNvPr id="11436" name="Google Shape;11436;p64"/>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4"/>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4"/>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4"/>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4"/>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64"/>
          <p:cNvGrpSpPr/>
          <p:nvPr/>
        </p:nvGrpSpPr>
        <p:grpSpPr>
          <a:xfrm>
            <a:off x="2691555" y="2709103"/>
            <a:ext cx="215044" cy="348924"/>
            <a:chOff x="2691555" y="2884503"/>
            <a:chExt cx="215044" cy="348924"/>
          </a:xfrm>
        </p:grpSpPr>
        <p:sp>
          <p:nvSpPr>
            <p:cNvPr id="11442" name="Google Shape;11442;p64"/>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4"/>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4"/>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5" name="Google Shape;11445;p64"/>
          <p:cNvGrpSpPr/>
          <p:nvPr/>
        </p:nvGrpSpPr>
        <p:grpSpPr>
          <a:xfrm>
            <a:off x="1770459" y="2709103"/>
            <a:ext cx="254644" cy="348828"/>
            <a:chOff x="1770459" y="2884503"/>
            <a:chExt cx="254644" cy="348828"/>
          </a:xfrm>
        </p:grpSpPr>
        <p:sp>
          <p:nvSpPr>
            <p:cNvPr id="11446" name="Google Shape;11446;p64"/>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4"/>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4"/>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4"/>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4"/>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4"/>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4"/>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4"/>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4" name="Google Shape;11454;p64"/>
          <p:cNvGrpSpPr/>
          <p:nvPr/>
        </p:nvGrpSpPr>
        <p:grpSpPr>
          <a:xfrm>
            <a:off x="1317466" y="2709483"/>
            <a:ext cx="258382" cy="348543"/>
            <a:chOff x="1317466" y="2884883"/>
            <a:chExt cx="258382" cy="348543"/>
          </a:xfrm>
        </p:grpSpPr>
        <p:sp>
          <p:nvSpPr>
            <p:cNvPr id="11455" name="Google Shape;11455;p64"/>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4"/>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4"/>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4"/>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4"/>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4"/>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4"/>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4"/>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64"/>
          <p:cNvGrpSpPr/>
          <p:nvPr/>
        </p:nvGrpSpPr>
        <p:grpSpPr>
          <a:xfrm>
            <a:off x="3121167" y="2709483"/>
            <a:ext cx="258414" cy="348543"/>
            <a:chOff x="3121167" y="2884883"/>
            <a:chExt cx="258414" cy="348543"/>
          </a:xfrm>
        </p:grpSpPr>
        <p:sp>
          <p:nvSpPr>
            <p:cNvPr id="11464" name="Google Shape;11464;p64"/>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4"/>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4"/>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4"/>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4"/>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4"/>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4"/>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4"/>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2" name="Google Shape;11472;p64"/>
          <p:cNvGrpSpPr/>
          <p:nvPr/>
        </p:nvGrpSpPr>
        <p:grpSpPr>
          <a:xfrm>
            <a:off x="4899999" y="2706695"/>
            <a:ext cx="271244" cy="346801"/>
            <a:chOff x="4899999" y="2882095"/>
            <a:chExt cx="271244" cy="346801"/>
          </a:xfrm>
        </p:grpSpPr>
        <p:sp>
          <p:nvSpPr>
            <p:cNvPr id="11473" name="Google Shape;11473;p64"/>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4"/>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4"/>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4"/>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4"/>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4"/>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4"/>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4"/>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4"/>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4"/>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64"/>
          <p:cNvGrpSpPr/>
          <p:nvPr/>
        </p:nvGrpSpPr>
        <p:grpSpPr>
          <a:xfrm>
            <a:off x="7162775" y="2705713"/>
            <a:ext cx="259523" cy="346294"/>
            <a:chOff x="7162775" y="2881113"/>
            <a:chExt cx="259523" cy="346294"/>
          </a:xfrm>
        </p:grpSpPr>
        <p:sp>
          <p:nvSpPr>
            <p:cNvPr id="11484" name="Google Shape;11484;p64"/>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4"/>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4"/>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4"/>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4"/>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4"/>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64"/>
          <p:cNvGrpSpPr/>
          <p:nvPr/>
        </p:nvGrpSpPr>
        <p:grpSpPr>
          <a:xfrm>
            <a:off x="6709751" y="2706442"/>
            <a:ext cx="261075" cy="347815"/>
            <a:chOff x="6709751" y="2881842"/>
            <a:chExt cx="261075" cy="347815"/>
          </a:xfrm>
        </p:grpSpPr>
        <p:sp>
          <p:nvSpPr>
            <p:cNvPr id="11491" name="Google Shape;11491;p64"/>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4"/>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4"/>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4"/>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4"/>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4"/>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64"/>
          <p:cNvGrpSpPr/>
          <p:nvPr/>
        </p:nvGrpSpPr>
        <p:grpSpPr>
          <a:xfrm>
            <a:off x="5807156" y="2705713"/>
            <a:ext cx="261043" cy="348163"/>
            <a:chOff x="5807156" y="2881113"/>
            <a:chExt cx="261043" cy="348163"/>
          </a:xfrm>
        </p:grpSpPr>
        <p:sp>
          <p:nvSpPr>
            <p:cNvPr id="11498" name="Google Shape;11498;p64"/>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4"/>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4"/>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4"/>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4"/>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3" name="Google Shape;11503;p64"/>
          <p:cNvGrpSpPr/>
          <p:nvPr/>
        </p:nvGrpSpPr>
        <p:grpSpPr>
          <a:xfrm>
            <a:off x="5355653" y="2706093"/>
            <a:ext cx="262184" cy="346643"/>
            <a:chOff x="5355653" y="2881493"/>
            <a:chExt cx="262184" cy="346643"/>
          </a:xfrm>
        </p:grpSpPr>
        <p:sp>
          <p:nvSpPr>
            <p:cNvPr id="11504" name="Google Shape;11504;p64"/>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4"/>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4"/>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4"/>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4"/>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9" name="Google Shape;11509;p64"/>
          <p:cNvGrpSpPr/>
          <p:nvPr/>
        </p:nvGrpSpPr>
        <p:grpSpPr>
          <a:xfrm>
            <a:off x="8055961" y="2706442"/>
            <a:ext cx="260283" cy="345914"/>
            <a:chOff x="8055961" y="2881842"/>
            <a:chExt cx="260283" cy="345914"/>
          </a:xfrm>
        </p:grpSpPr>
        <p:sp>
          <p:nvSpPr>
            <p:cNvPr id="11510" name="Google Shape;11510;p64"/>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4"/>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4"/>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4"/>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64"/>
          <p:cNvGrpSpPr/>
          <p:nvPr/>
        </p:nvGrpSpPr>
        <p:grpSpPr>
          <a:xfrm>
            <a:off x="7609368" y="2718512"/>
            <a:ext cx="264813" cy="353105"/>
            <a:chOff x="7609368" y="2893912"/>
            <a:chExt cx="264813" cy="353105"/>
          </a:xfrm>
        </p:grpSpPr>
        <p:sp>
          <p:nvSpPr>
            <p:cNvPr id="11515" name="Google Shape;11515;p64"/>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4"/>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4"/>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4"/>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4"/>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4"/>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1" name="Google Shape;11521;p64"/>
          <p:cNvGrpSpPr/>
          <p:nvPr/>
        </p:nvGrpSpPr>
        <p:grpSpPr>
          <a:xfrm>
            <a:off x="6248458" y="2694372"/>
            <a:ext cx="270864" cy="360645"/>
            <a:chOff x="6248458" y="2869772"/>
            <a:chExt cx="270864" cy="360645"/>
          </a:xfrm>
        </p:grpSpPr>
        <p:sp>
          <p:nvSpPr>
            <p:cNvPr id="11522" name="Google Shape;11522;p64"/>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4"/>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4"/>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4"/>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4"/>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7" name="Google Shape;11527;p64"/>
          <p:cNvGrpSpPr/>
          <p:nvPr/>
        </p:nvGrpSpPr>
        <p:grpSpPr>
          <a:xfrm>
            <a:off x="3075928" y="2270398"/>
            <a:ext cx="363243" cy="300675"/>
            <a:chOff x="3075928" y="2445798"/>
            <a:chExt cx="363243" cy="300675"/>
          </a:xfrm>
        </p:grpSpPr>
        <p:sp>
          <p:nvSpPr>
            <p:cNvPr id="11528" name="Google Shape;11528;p64"/>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4"/>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4"/>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4"/>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4"/>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4"/>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4"/>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4"/>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4"/>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4"/>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4"/>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64"/>
          <p:cNvGrpSpPr/>
          <p:nvPr/>
        </p:nvGrpSpPr>
        <p:grpSpPr>
          <a:xfrm>
            <a:off x="2633105" y="2256459"/>
            <a:ext cx="363243" cy="328585"/>
            <a:chOff x="2633105" y="2431859"/>
            <a:chExt cx="363243" cy="328585"/>
          </a:xfrm>
        </p:grpSpPr>
        <p:sp>
          <p:nvSpPr>
            <p:cNvPr id="11540" name="Google Shape;11540;p64"/>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4"/>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4"/>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4"/>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4"/>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4"/>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4"/>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4"/>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64"/>
          <p:cNvGrpSpPr/>
          <p:nvPr/>
        </p:nvGrpSpPr>
        <p:grpSpPr>
          <a:xfrm>
            <a:off x="2189142" y="2245910"/>
            <a:ext cx="365904" cy="350064"/>
            <a:chOff x="2189142" y="2421310"/>
            <a:chExt cx="365904" cy="350064"/>
          </a:xfrm>
        </p:grpSpPr>
        <p:sp>
          <p:nvSpPr>
            <p:cNvPr id="11549" name="Google Shape;11549;p64"/>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4"/>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4"/>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4"/>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4"/>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4"/>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4"/>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4"/>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4"/>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8" name="Google Shape;11558;p64"/>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9" name="Google Shape;11559;p64"/>
          <p:cNvGrpSpPr/>
          <p:nvPr/>
        </p:nvGrpSpPr>
        <p:grpSpPr>
          <a:xfrm>
            <a:off x="3961923" y="2310917"/>
            <a:ext cx="364415" cy="220936"/>
            <a:chOff x="3961923" y="2486317"/>
            <a:chExt cx="364415" cy="220936"/>
          </a:xfrm>
        </p:grpSpPr>
        <p:sp>
          <p:nvSpPr>
            <p:cNvPr id="11560" name="Google Shape;11560;p64"/>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4"/>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4"/>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4"/>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4" name="Google Shape;11564;p64"/>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5" name="Google Shape;11565;p64"/>
          <p:cNvGrpSpPr/>
          <p:nvPr/>
        </p:nvGrpSpPr>
        <p:grpSpPr>
          <a:xfrm>
            <a:off x="1303876" y="2243977"/>
            <a:ext cx="363275" cy="354626"/>
            <a:chOff x="1303876" y="2419377"/>
            <a:chExt cx="363275" cy="354626"/>
          </a:xfrm>
        </p:grpSpPr>
        <p:sp>
          <p:nvSpPr>
            <p:cNvPr id="11566" name="Google Shape;11566;p64"/>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4"/>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4"/>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4"/>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4"/>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4"/>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4"/>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4"/>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64"/>
          <p:cNvGrpSpPr/>
          <p:nvPr/>
        </p:nvGrpSpPr>
        <p:grpSpPr>
          <a:xfrm>
            <a:off x="861053" y="2239510"/>
            <a:ext cx="362134" cy="363623"/>
            <a:chOff x="861053" y="2414910"/>
            <a:chExt cx="362134" cy="363623"/>
          </a:xfrm>
        </p:grpSpPr>
        <p:sp>
          <p:nvSpPr>
            <p:cNvPr id="11575" name="Google Shape;11575;p64"/>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4"/>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4"/>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4"/>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4"/>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64"/>
          <p:cNvGrpSpPr/>
          <p:nvPr/>
        </p:nvGrpSpPr>
        <p:grpSpPr>
          <a:xfrm>
            <a:off x="7594288" y="2239859"/>
            <a:ext cx="279513" cy="355735"/>
            <a:chOff x="7594288" y="2415259"/>
            <a:chExt cx="279513" cy="355735"/>
          </a:xfrm>
        </p:grpSpPr>
        <p:sp>
          <p:nvSpPr>
            <p:cNvPr id="11581" name="Google Shape;11581;p64"/>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4"/>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4"/>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4"/>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4"/>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4"/>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64"/>
          <p:cNvGrpSpPr/>
          <p:nvPr/>
        </p:nvGrpSpPr>
        <p:grpSpPr>
          <a:xfrm>
            <a:off x="7145794" y="2240239"/>
            <a:ext cx="278784" cy="355735"/>
            <a:chOff x="7145794" y="2415639"/>
            <a:chExt cx="278784" cy="355735"/>
          </a:xfrm>
        </p:grpSpPr>
        <p:sp>
          <p:nvSpPr>
            <p:cNvPr id="11588" name="Google Shape;11588;p64"/>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4"/>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4"/>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4"/>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4"/>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4"/>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4"/>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4"/>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4"/>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4"/>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8" name="Google Shape;11598;p64"/>
          <p:cNvGrpSpPr/>
          <p:nvPr/>
        </p:nvGrpSpPr>
        <p:grpSpPr>
          <a:xfrm>
            <a:off x="6698441" y="2239130"/>
            <a:ext cx="277644" cy="357984"/>
            <a:chOff x="6698441" y="2414530"/>
            <a:chExt cx="277644" cy="357984"/>
          </a:xfrm>
        </p:grpSpPr>
        <p:sp>
          <p:nvSpPr>
            <p:cNvPr id="11599" name="Google Shape;11599;p64"/>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4"/>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4"/>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4"/>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4"/>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4"/>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64"/>
          <p:cNvGrpSpPr/>
          <p:nvPr/>
        </p:nvGrpSpPr>
        <p:grpSpPr>
          <a:xfrm>
            <a:off x="4897750" y="2240239"/>
            <a:ext cx="279513" cy="357255"/>
            <a:chOff x="4897750" y="2415639"/>
            <a:chExt cx="279513" cy="357255"/>
          </a:xfrm>
        </p:grpSpPr>
        <p:sp>
          <p:nvSpPr>
            <p:cNvPr id="11606" name="Google Shape;11606;p64"/>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4"/>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4"/>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4"/>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4"/>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4"/>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4"/>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4"/>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64"/>
          <p:cNvGrpSpPr/>
          <p:nvPr/>
        </p:nvGrpSpPr>
        <p:grpSpPr>
          <a:xfrm>
            <a:off x="5812066" y="2240619"/>
            <a:ext cx="264813" cy="353454"/>
            <a:chOff x="5812066" y="2416019"/>
            <a:chExt cx="264813" cy="353454"/>
          </a:xfrm>
        </p:grpSpPr>
        <p:sp>
          <p:nvSpPr>
            <p:cNvPr id="11615" name="Google Shape;11615;p64"/>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4"/>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4"/>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4"/>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4"/>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4"/>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4"/>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64"/>
          <p:cNvGrpSpPr/>
          <p:nvPr/>
        </p:nvGrpSpPr>
        <p:grpSpPr>
          <a:xfrm>
            <a:off x="8054820" y="2240999"/>
            <a:ext cx="264433" cy="353454"/>
            <a:chOff x="8054820" y="2416399"/>
            <a:chExt cx="264433" cy="353454"/>
          </a:xfrm>
        </p:grpSpPr>
        <p:sp>
          <p:nvSpPr>
            <p:cNvPr id="11623" name="Google Shape;11623;p64"/>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4"/>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4"/>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4"/>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4"/>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4"/>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64"/>
          <p:cNvGrpSpPr/>
          <p:nvPr/>
        </p:nvGrpSpPr>
        <p:grpSpPr>
          <a:xfrm>
            <a:off x="5356413" y="2237990"/>
            <a:ext cx="271212" cy="361374"/>
            <a:chOff x="5356413" y="2413390"/>
            <a:chExt cx="271212" cy="361374"/>
          </a:xfrm>
        </p:grpSpPr>
        <p:sp>
          <p:nvSpPr>
            <p:cNvPr id="11630" name="Google Shape;11630;p64"/>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4"/>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4"/>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4"/>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4"/>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64"/>
          <p:cNvGrpSpPr/>
          <p:nvPr/>
        </p:nvGrpSpPr>
        <p:grpSpPr>
          <a:xfrm>
            <a:off x="6255238" y="2236849"/>
            <a:ext cx="271244" cy="360994"/>
            <a:chOff x="6255238" y="2412249"/>
            <a:chExt cx="271244" cy="360994"/>
          </a:xfrm>
        </p:grpSpPr>
        <p:sp>
          <p:nvSpPr>
            <p:cNvPr id="11636" name="Google Shape;11636;p64"/>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4"/>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4"/>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4"/>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4"/>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4"/>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64"/>
          <p:cNvGrpSpPr/>
          <p:nvPr/>
        </p:nvGrpSpPr>
        <p:grpSpPr>
          <a:xfrm>
            <a:off x="2185372" y="1782399"/>
            <a:ext cx="366664" cy="366981"/>
            <a:chOff x="2185372" y="1957799"/>
            <a:chExt cx="366664" cy="366981"/>
          </a:xfrm>
        </p:grpSpPr>
        <p:sp>
          <p:nvSpPr>
            <p:cNvPr id="11643" name="Google Shape;11643;p64"/>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4"/>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4"/>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4"/>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4"/>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4"/>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4"/>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4"/>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1" name="Google Shape;11651;p64"/>
          <p:cNvGrpSpPr/>
          <p:nvPr/>
        </p:nvGrpSpPr>
        <p:grpSpPr>
          <a:xfrm>
            <a:off x="1737258" y="1812971"/>
            <a:ext cx="370814" cy="307359"/>
            <a:chOff x="1737258" y="1988371"/>
            <a:chExt cx="370814" cy="307359"/>
          </a:xfrm>
        </p:grpSpPr>
        <p:sp>
          <p:nvSpPr>
            <p:cNvPr id="11652" name="Google Shape;11652;p64"/>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4"/>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4"/>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4"/>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6" name="Google Shape;11656;p64"/>
          <p:cNvGrpSpPr/>
          <p:nvPr/>
        </p:nvGrpSpPr>
        <p:grpSpPr>
          <a:xfrm>
            <a:off x="848983" y="1814111"/>
            <a:ext cx="369294" cy="304350"/>
            <a:chOff x="848983" y="1989511"/>
            <a:chExt cx="369294" cy="304350"/>
          </a:xfrm>
        </p:grpSpPr>
        <p:sp>
          <p:nvSpPr>
            <p:cNvPr id="11657" name="Google Shape;11657;p64"/>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4"/>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4"/>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4"/>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4"/>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64"/>
          <p:cNvGrpSpPr/>
          <p:nvPr/>
        </p:nvGrpSpPr>
        <p:grpSpPr>
          <a:xfrm>
            <a:off x="3074027" y="1808377"/>
            <a:ext cx="380604" cy="313854"/>
            <a:chOff x="3074027" y="1983777"/>
            <a:chExt cx="380604" cy="313854"/>
          </a:xfrm>
        </p:grpSpPr>
        <p:sp>
          <p:nvSpPr>
            <p:cNvPr id="11663" name="Google Shape;11663;p64"/>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4"/>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4"/>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4"/>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4"/>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64"/>
          <p:cNvGrpSpPr/>
          <p:nvPr/>
        </p:nvGrpSpPr>
        <p:grpSpPr>
          <a:xfrm>
            <a:off x="3522521" y="1800457"/>
            <a:ext cx="367013" cy="331278"/>
            <a:chOff x="3522521" y="1975857"/>
            <a:chExt cx="367013" cy="331278"/>
          </a:xfrm>
        </p:grpSpPr>
        <p:sp>
          <p:nvSpPr>
            <p:cNvPr id="11669" name="Google Shape;11669;p64"/>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4"/>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4"/>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4"/>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4"/>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4"/>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4"/>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6" name="Google Shape;11676;p64"/>
          <p:cNvGrpSpPr/>
          <p:nvPr/>
        </p:nvGrpSpPr>
        <p:grpSpPr>
          <a:xfrm>
            <a:off x="2630824" y="1801566"/>
            <a:ext cx="368185" cy="330454"/>
            <a:chOff x="2630824" y="1976966"/>
            <a:chExt cx="368185" cy="330454"/>
          </a:xfrm>
        </p:grpSpPr>
        <p:sp>
          <p:nvSpPr>
            <p:cNvPr id="11677" name="Google Shape;11677;p64"/>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4"/>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4"/>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4"/>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4"/>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4"/>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4"/>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4"/>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5" name="Google Shape;11685;p64"/>
          <p:cNvGrpSpPr/>
          <p:nvPr/>
        </p:nvGrpSpPr>
        <p:grpSpPr>
          <a:xfrm>
            <a:off x="1293706" y="1791016"/>
            <a:ext cx="369294" cy="350444"/>
            <a:chOff x="1293706" y="1966416"/>
            <a:chExt cx="369294" cy="350444"/>
          </a:xfrm>
        </p:grpSpPr>
        <p:sp>
          <p:nvSpPr>
            <p:cNvPr id="11686" name="Google Shape;11686;p64"/>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4"/>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4"/>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4"/>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4"/>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4"/>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4"/>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4"/>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4" name="Google Shape;11694;p64"/>
          <p:cNvGrpSpPr/>
          <p:nvPr/>
        </p:nvGrpSpPr>
        <p:grpSpPr>
          <a:xfrm>
            <a:off x="3967213" y="1800077"/>
            <a:ext cx="368185" cy="331816"/>
            <a:chOff x="3967213" y="1975477"/>
            <a:chExt cx="368185" cy="331816"/>
          </a:xfrm>
        </p:grpSpPr>
        <p:sp>
          <p:nvSpPr>
            <p:cNvPr id="11695" name="Google Shape;11695;p64"/>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4"/>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4"/>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64"/>
          <p:cNvGrpSpPr/>
          <p:nvPr/>
        </p:nvGrpSpPr>
        <p:grpSpPr>
          <a:xfrm>
            <a:off x="8047661" y="1793646"/>
            <a:ext cx="279132" cy="356875"/>
            <a:chOff x="8047661" y="1969046"/>
            <a:chExt cx="279132" cy="356875"/>
          </a:xfrm>
        </p:grpSpPr>
        <p:sp>
          <p:nvSpPr>
            <p:cNvPr id="11699" name="Google Shape;11699;p64"/>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4"/>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4"/>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4"/>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64"/>
          <p:cNvGrpSpPr/>
          <p:nvPr/>
        </p:nvGrpSpPr>
        <p:grpSpPr>
          <a:xfrm>
            <a:off x="7596157" y="1792759"/>
            <a:ext cx="279544" cy="358142"/>
            <a:chOff x="7596157" y="1968159"/>
            <a:chExt cx="279544" cy="358142"/>
          </a:xfrm>
        </p:grpSpPr>
        <p:sp>
          <p:nvSpPr>
            <p:cNvPr id="11704" name="Google Shape;11704;p64"/>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4"/>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4"/>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4"/>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4"/>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4"/>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64"/>
          <p:cNvGrpSpPr/>
          <p:nvPr/>
        </p:nvGrpSpPr>
        <p:grpSpPr>
          <a:xfrm>
            <a:off x="7147315" y="1793646"/>
            <a:ext cx="279513" cy="357636"/>
            <a:chOff x="7147315" y="1969046"/>
            <a:chExt cx="279513" cy="357636"/>
          </a:xfrm>
        </p:grpSpPr>
        <p:sp>
          <p:nvSpPr>
            <p:cNvPr id="11711" name="Google Shape;11711;p64"/>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4"/>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4"/>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4"/>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4"/>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4"/>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4"/>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8" name="Google Shape;11718;p64"/>
          <p:cNvGrpSpPr/>
          <p:nvPr/>
        </p:nvGrpSpPr>
        <p:grpSpPr>
          <a:xfrm>
            <a:off x="6697681" y="1792917"/>
            <a:ext cx="280305" cy="359093"/>
            <a:chOff x="6697681" y="1968317"/>
            <a:chExt cx="280305" cy="359093"/>
          </a:xfrm>
        </p:grpSpPr>
        <p:sp>
          <p:nvSpPr>
            <p:cNvPr id="11719" name="Google Shape;11719;p64"/>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4"/>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4"/>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4"/>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4"/>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4"/>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4"/>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6" name="Google Shape;11726;p64"/>
          <p:cNvGrpSpPr/>
          <p:nvPr/>
        </p:nvGrpSpPr>
        <p:grpSpPr>
          <a:xfrm>
            <a:off x="6248839" y="1792537"/>
            <a:ext cx="280273" cy="358744"/>
            <a:chOff x="6248839" y="1967937"/>
            <a:chExt cx="280273" cy="358744"/>
          </a:xfrm>
        </p:grpSpPr>
        <p:sp>
          <p:nvSpPr>
            <p:cNvPr id="11727" name="Google Shape;11727;p64"/>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4"/>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4"/>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4"/>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4"/>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4"/>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64"/>
          <p:cNvGrpSpPr/>
          <p:nvPr/>
        </p:nvGrpSpPr>
        <p:grpSpPr>
          <a:xfrm>
            <a:off x="5801485" y="1793646"/>
            <a:ext cx="279164" cy="357794"/>
            <a:chOff x="5801485" y="1969046"/>
            <a:chExt cx="279164" cy="357794"/>
          </a:xfrm>
        </p:grpSpPr>
        <p:sp>
          <p:nvSpPr>
            <p:cNvPr id="11734" name="Google Shape;11734;p64"/>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4"/>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4"/>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4"/>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4"/>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4"/>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4"/>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4"/>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4"/>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4"/>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4"/>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4"/>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4"/>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7" name="Google Shape;11747;p64"/>
          <p:cNvGrpSpPr/>
          <p:nvPr/>
        </p:nvGrpSpPr>
        <p:grpSpPr>
          <a:xfrm>
            <a:off x="5352643" y="1793646"/>
            <a:ext cx="278404" cy="358364"/>
            <a:chOff x="5352643" y="1969046"/>
            <a:chExt cx="278404" cy="358364"/>
          </a:xfrm>
        </p:grpSpPr>
        <p:sp>
          <p:nvSpPr>
            <p:cNvPr id="11748" name="Google Shape;11748;p64"/>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4"/>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4"/>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4"/>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64"/>
          <p:cNvGrpSpPr/>
          <p:nvPr/>
        </p:nvGrpSpPr>
        <p:grpSpPr>
          <a:xfrm>
            <a:off x="4897750" y="1792917"/>
            <a:ext cx="279132" cy="358364"/>
            <a:chOff x="4897750" y="1968317"/>
            <a:chExt cx="279132" cy="358364"/>
          </a:xfrm>
        </p:grpSpPr>
        <p:sp>
          <p:nvSpPr>
            <p:cNvPr id="11753" name="Google Shape;11753;p64"/>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4"/>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4"/>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4"/>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4"/>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4"/>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4"/>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4"/>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4"/>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4"/>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4"/>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4"/>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4"/>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6" name="Google Shape;11766;p64"/>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7" name="Google Shape;11767;p64"/>
          <p:cNvGrpSpPr/>
          <p:nvPr/>
        </p:nvGrpSpPr>
        <p:grpSpPr>
          <a:xfrm>
            <a:off x="1767449" y="1337644"/>
            <a:ext cx="324403" cy="347783"/>
            <a:chOff x="1767449" y="1513044"/>
            <a:chExt cx="324403" cy="347783"/>
          </a:xfrm>
        </p:grpSpPr>
        <p:sp>
          <p:nvSpPr>
            <p:cNvPr id="11768" name="Google Shape;11768;p64"/>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4"/>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4"/>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4"/>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4"/>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4"/>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4"/>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4"/>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4"/>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64"/>
          <p:cNvGrpSpPr/>
          <p:nvPr/>
        </p:nvGrpSpPr>
        <p:grpSpPr>
          <a:xfrm>
            <a:off x="4007193" y="1337327"/>
            <a:ext cx="320633" cy="348100"/>
            <a:chOff x="4007193" y="1512727"/>
            <a:chExt cx="320633" cy="348100"/>
          </a:xfrm>
        </p:grpSpPr>
        <p:sp>
          <p:nvSpPr>
            <p:cNvPr id="11778" name="Google Shape;11778;p64"/>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4"/>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4"/>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4"/>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4"/>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64"/>
          <p:cNvGrpSpPr/>
          <p:nvPr/>
        </p:nvGrpSpPr>
        <p:grpSpPr>
          <a:xfrm>
            <a:off x="3530425" y="1333347"/>
            <a:ext cx="368175" cy="344594"/>
            <a:chOff x="3530425" y="1508747"/>
            <a:chExt cx="368175" cy="344594"/>
          </a:xfrm>
        </p:grpSpPr>
        <p:sp>
          <p:nvSpPr>
            <p:cNvPr id="11784" name="Google Shape;11784;p64"/>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4"/>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4"/>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4"/>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8" name="Google Shape;11788;p64"/>
          <p:cNvGrpSpPr/>
          <p:nvPr/>
        </p:nvGrpSpPr>
        <p:grpSpPr>
          <a:xfrm>
            <a:off x="3127598" y="1337834"/>
            <a:ext cx="289714" cy="347593"/>
            <a:chOff x="3127598" y="1513234"/>
            <a:chExt cx="289714" cy="347593"/>
          </a:xfrm>
        </p:grpSpPr>
        <p:sp>
          <p:nvSpPr>
            <p:cNvPr id="11789" name="Google Shape;11789;p64"/>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4"/>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4"/>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4"/>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4"/>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4" name="Google Shape;11794;p64"/>
          <p:cNvGrpSpPr/>
          <p:nvPr/>
        </p:nvGrpSpPr>
        <p:grpSpPr>
          <a:xfrm>
            <a:off x="2662884" y="1337644"/>
            <a:ext cx="322914" cy="348543"/>
            <a:chOff x="2662884" y="1513044"/>
            <a:chExt cx="322914" cy="348543"/>
          </a:xfrm>
        </p:grpSpPr>
        <p:sp>
          <p:nvSpPr>
            <p:cNvPr id="11795" name="Google Shape;11795;p64"/>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4"/>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4"/>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4"/>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4"/>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4"/>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4"/>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4"/>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4"/>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4"/>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64"/>
          <p:cNvGrpSpPr/>
          <p:nvPr/>
        </p:nvGrpSpPr>
        <p:grpSpPr>
          <a:xfrm>
            <a:off x="2232511" y="1337359"/>
            <a:ext cx="299534" cy="348068"/>
            <a:chOff x="2232511" y="1512759"/>
            <a:chExt cx="299534" cy="348068"/>
          </a:xfrm>
        </p:grpSpPr>
        <p:sp>
          <p:nvSpPr>
            <p:cNvPr id="11806" name="Google Shape;11806;p64"/>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4"/>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4"/>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4"/>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4"/>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4"/>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4"/>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4"/>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4"/>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4"/>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4"/>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7" name="Google Shape;11817;p64"/>
          <p:cNvGrpSpPr/>
          <p:nvPr/>
        </p:nvGrpSpPr>
        <p:grpSpPr>
          <a:xfrm>
            <a:off x="1331406" y="1337961"/>
            <a:ext cx="301784" cy="348607"/>
            <a:chOff x="1331406" y="1513361"/>
            <a:chExt cx="301784" cy="348607"/>
          </a:xfrm>
        </p:grpSpPr>
        <p:sp>
          <p:nvSpPr>
            <p:cNvPr id="11818" name="Google Shape;11818;p64"/>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4"/>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4"/>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4"/>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64"/>
          <p:cNvGrpSpPr/>
          <p:nvPr/>
        </p:nvGrpSpPr>
        <p:grpSpPr>
          <a:xfrm>
            <a:off x="7144274" y="1324814"/>
            <a:ext cx="282174" cy="355735"/>
            <a:chOff x="7144274" y="1500214"/>
            <a:chExt cx="282174" cy="355735"/>
          </a:xfrm>
        </p:grpSpPr>
        <p:sp>
          <p:nvSpPr>
            <p:cNvPr id="11823" name="Google Shape;11823;p64"/>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4"/>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4"/>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4"/>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4"/>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4"/>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9" name="Google Shape;11829;p64"/>
          <p:cNvGrpSpPr/>
          <p:nvPr/>
        </p:nvGrpSpPr>
        <p:grpSpPr>
          <a:xfrm>
            <a:off x="6685262" y="1324814"/>
            <a:ext cx="289682" cy="354594"/>
            <a:chOff x="6685262" y="1500214"/>
            <a:chExt cx="289682" cy="354594"/>
          </a:xfrm>
        </p:grpSpPr>
        <p:sp>
          <p:nvSpPr>
            <p:cNvPr id="11830" name="Google Shape;11830;p64"/>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4"/>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4"/>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4"/>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64"/>
          <p:cNvGrpSpPr/>
          <p:nvPr/>
        </p:nvGrpSpPr>
        <p:grpSpPr>
          <a:xfrm>
            <a:off x="6200938" y="1325194"/>
            <a:ext cx="322154" cy="355355"/>
            <a:chOff x="6200938" y="1500594"/>
            <a:chExt cx="322154" cy="355355"/>
          </a:xfrm>
        </p:grpSpPr>
        <p:sp>
          <p:nvSpPr>
            <p:cNvPr id="11835" name="Google Shape;11835;p64"/>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4"/>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4"/>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4"/>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4"/>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64"/>
          <p:cNvGrpSpPr/>
          <p:nvPr/>
        </p:nvGrpSpPr>
        <p:grpSpPr>
          <a:xfrm>
            <a:off x="5289631" y="1324814"/>
            <a:ext cx="332355" cy="354974"/>
            <a:chOff x="5289631" y="1500214"/>
            <a:chExt cx="332355" cy="354974"/>
          </a:xfrm>
        </p:grpSpPr>
        <p:sp>
          <p:nvSpPr>
            <p:cNvPr id="11841" name="Google Shape;11841;p64"/>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4"/>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4"/>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4"/>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4"/>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4"/>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4"/>
          <p:cNvGrpSpPr/>
          <p:nvPr/>
        </p:nvGrpSpPr>
        <p:grpSpPr>
          <a:xfrm>
            <a:off x="5748295" y="1324433"/>
            <a:ext cx="323294" cy="356115"/>
            <a:chOff x="5748295" y="1499833"/>
            <a:chExt cx="323294" cy="356115"/>
          </a:xfrm>
        </p:grpSpPr>
        <p:sp>
          <p:nvSpPr>
            <p:cNvPr id="11848" name="Google Shape;11848;p64"/>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4"/>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4"/>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4"/>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4"/>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4"/>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4"/>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5" name="Google Shape;11855;p64"/>
          <p:cNvGrpSpPr/>
          <p:nvPr/>
        </p:nvGrpSpPr>
        <p:grpSpPr>
          <a:xfrm>
            <a:off x="8047661" y="1325637"/>
            <a:ext cx="278404" cy="355260"/>
            <a:chOff x="8047661" y="1501037"/>
            <a:chExt cx="278404" cy="355260"/>
          </a:xfrm>
        </p:grpSpPr>
        <p:sp>
          <p:nvSpPr>
            <p:cNvPr id="11856" name="Google Shape;11856;p64"/>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4"/>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4"/>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4"/>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0" name="Google Shape;11860;p64"/>
          <p:cNvGrpSpPr/>
          <p:nvPr/>
        </p:nvGrpSpPr>
        <p:grpSpPr>
          <a:xfrm>
            <a:off x="4903389" y="1324814"/>
            <a:ext cx="267854" cy="355735"/>
            <a:chOff x="4903389" y="1500214"/>
            <a:chExt cx="267854" cy="355735"/>
          </a:xfrm>
        </p:grpSpPr>
        <p:sp>
          <p:nvSpPr>
            <p:cNvPr id="11861" name="Google Shape;11861;p64"/>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4"/>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4"/>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4"/>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4"/>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64"/>
          <p:cNvGrpSpPr/>
          <p:nvPr/>
        </p:nvGrpSpPr>
        <p:grpSpPr>
          <a:xfrm>
            <a:off x="7613518" y="1325954"/>
            <a:ext cx="264433" cy="353074"/>
            <a:chOff x="7613518" y="1501354"/>
            <a:chExt cx="264433" cy="353074"/>
          </a:xfrm>
        </p:grpSpPr>
        <p:sp>
          <p:nvSpPr>
            <p:cNvPr id="11867" name="Google Shape;11867;p64"/>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4"/>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4"/>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4"/>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4"/>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4"/>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3" name="Google Shape;11873;p64"/>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Help &amp; Support Icons</a:t>
            </a:r>
            <a:endParaRPr sz="2400">
              <a:solidFill>
                <a:srgbClr val="FFFFFF"/>
              </a:solidFill>
            </a:endParaRPr>
          </a:p>
        </p:txBody>
      </p:sp>
      <p:sp>
        <p:nvSpPr>
          <p:cNvPr id="11874" name="Google Shape;11874;p64"/>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78"/>
        <p:cNvGrpSpPr/>
        <p:nvPr/>
      </p:nvGrpSpPr>
      <p:grpSpPr>
        <a:xfrm>
          <a:off x="0" y="0"/>
          <a:ext cx="0" cy="0"/>
          <a:chOff x="0" y="0"/>
          <a:chExt cx="0" cy="0"/>
        </a:xfrm>
      </p:grpSpPr>
      <p:grpSp>
        <p:nvGrpSpPr>
          <p:cNvPr id="11879" name="Google Shape;11879;p65"/>
          <p:cNvGrpSpPr/>
          <p:nvPr/>
        </p:nvGrpSpPr>
        <p:grpSpPr>
          <a:xfrm>
            <a:off x="1757085" y="1325225"/>
            <a:ext cx="371069" cy="359396"/>
            <a:chOff x="1757085" y="1500675"/>
            <a:chExt cx="371069" cy="359396"/>
          </a:xfrm>
        </p:grpSpPr>
        <p:sp>
          <p:nvSpPr>
            <p:cNvPr id="11880" name="Google Shape;11880;p65"/>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5"/>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5"/>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5"/>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5"/>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5"/>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5"/>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5"/>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5"/>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5"/>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5"/>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5"/>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5"/>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5"/>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5"/>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5"/>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5"/>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5"/>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5"/>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65"/>
          <p:cNvGrpSpPr/>
          <p:nvPr/>
        </p:nvGrpSpPr>
        <p:grpSpPr>
          <a:xfrm>
            <a:off x="2774209" y="1779241"/>
            <a:ext cx="116693" cy="374186"/>
            <a:chOff x="2774209" y="1954691"/>
            <a:chExt cx="116693" cy="374186"/>
          </a:xfrm>
        </p:grpSpPr>
        <p:sp>
          <p:nvSpPr>
            <p:cNvPr id="11910" name="Google Shape;11910;p65"/>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5"/>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2" name="Google Shape;11912;p65"/>
          <p:cNvGrpSpPr/>
          <p:nvPr/>
        </p:nvGrpSpPr>
        <p:grpSpPr>
          <a:xfrm>
            <a:off x="4017435" y="1324462"/>
            <a:ext cx="315092" cy="359397"/>
            <a:chOff x="4017435" y="1499912"/>
            <a:chExt cx="315092" cy="359397"/>
          </a:xfrm>
        </p:grpSpPr>
        <p:sp>
          <p:nvSpPr>
            <p:cNvPr id="11913" name="Google Shape;11913;p65"/>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5"/>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65"/>
          <p:cNvGrpSpPr/>
          <p:nvPr/>
        </p:nvGrpSpPr>
        <p:grpSpPr>
          <a:xfrm>
            <a:off x="3963652" y="1824309"/>
            <a:ext cx="374154" cy="284050"/>
            <a:chOff x="3963652" y="1999759"/>
            <a:chExt cx="374154" cy="284050"/>
          </a:xfrm>
        </p:grpSpPr>
        <p:sp>
          <p:nvSpPr>
            <p:cNvPr id="11916" name="Google Shape;11916;p65"/>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5"/>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5"/>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65"/>
          <p:cNvGrpSpPr/>
          <p:nvPr/>
        </p:nvGrpSpPr>
        <p:grpSpPr>
          <a:xfrm>
            <a:off x="1777536" y="1839416"/>
            <a:ext cx="376444" cy="253772"/>
            <a:chOff x="1777536" y="2014866"/>
            <a:chExt cx="376444" cy="253772"/>
          </a:xfrm>
        </p:grpSpPr>
        <p:sp>
          <p:nvSpPr>
            <p:cNvPr id="11920" name="Google Shape;11920;p65"/>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5"/>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5"/>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5"/>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5"/>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65"/>
          <p:cNvGrpSpPr/>
          <p:nvPr/>
        </p:nvGrpSpPr>
        <p:grpSpPr>
          <a:xfrm>
            <a:off x="1309875" y="1881876"/>
            <a:ext cx="374154" cy="169680"/>
            <a:chOff x="1309875" y="2057326"/>
            <a:chExt cx="374154" cy="169680"/>
          </a:xfrm>
        </p:grpSpPr>
        <p:sp>
          <p:nvSpPr>
            <p:cNvPr id="11926" name="Google Shape;11926;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5"/>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5"/>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5"/>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5"/>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5"/>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5"/>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7" name="Google Shape;11937;p65"/>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8" name="Google Shape;11938;p65"/>
          <p:cNvGrpSpPr/>
          <p:nvPr/>
        </p:nvGrpSpPr>
        <p:grpSpPr>
          <a:xfrm>
            <a:off x="2347450" y="1779114"/>
            <a:ext cx="113639" cy="373168"/>
            <a:chOff x="2347450" y="1954564"/>
            <a:chExt cx="113639" cy="373168"/>
          </a:xfrm>
        </p:grpSpPr>
        <p:sp>
          <p:nvSpPr>
            <p:cNvPr id="11939" name="Google Shape;11939;p65"/>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5"/>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1" name="Google Shape;11941;p65"/>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2" name="Google Shape;11942;p65"/>
          <p:cNvGrpSpPr/>
          <p:nvPr/>
        </p:nvGrpSpPr>
        <p:grpSpPr>
          <a:xfrm>
            <a:off x="3110102" y="1324430"/>
            <a:ext cx="330613" cy="358379"/>
            <a:chOff x="3110102" y="1499880"/>
            <a:chExt cx="330613" cy="358379"/>
          </a:xfrm>
        </p:grpSpPr>
        <p:sp>
          <p:nvSpPr>
            <p:cNvPr id="11943" name="Google Shape;11943;p65"/>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5"/>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5"/>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5"/>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5"/>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5"/>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5"/>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0" name="Google Shape;11950;p65"/>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1" name="Google Shape;11951;p65"/>
          <p:cNvGrpSpPr/>
          <p:nvPr/>
        </p:nvGrpSpPr>
        <p:grpSpPr>
          <a:xfrm>
            <a:off x="3485575" y="1824309"/>
            <a:ext cx="373772" cy="284050"/>
            <a:chOff x="3531200" y="1999759"/>
            <a:chExt cx="373772" cy="284050"/>
          </a:xfrm>
        </p:grpSpPr>
        <p:sp>
          <p:nvSpPr>
            <p:cNvPr id="11952" name="Google Shape;11952;p65"/>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5"/>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5"/>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5"/>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6" name="Google Shape;11956;p65"/>
          <p:cNvGrpSpPr/>
          <p:nvPr/>
        </p:nvGrpSpPr>
        <p:grpSpPr>
          <a:xfrm>
            <a:off x="2667058" y="1324843"/>
            <a:ext cx="330231" cy="359015"/>
            <a:chOff x="2667058" y="1500293"/>
            <a:chExt cx="330231" cy="359015"/>
          </a:xfrm>
        </p:grpSpPr>
        <p:sp>
          <p:nvSpPr>
            <p:cNvPr id="11957" name="Google Shape;11957;p65"/>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5"/>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5"/>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5"/>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5"/>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5"/>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5"/>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5"/>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5"/>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5"/>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5"/>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5"/>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5"/>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5"/>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5" name="Google Shape;11975;p65"/>
          <p:cNvGrpSpPr/>
          <p:nvPr/>
        </p:nvGrpSpPr>
        <p:grpSpPr>
          <a:xfrm>
            <a:off x="3567553" y="1324462"/>
            <a:ext cx="320022" cy="359778"/>
            <a:chOff x="3567553" y="1499912"/>
            <a:chExt cx="320022" cy="359778"/>
          </a:xfrm>
        </p:grpSpPr>
        <p:sp>
          <p:nvSpPr>
            <p:cNvPr id="11976" name="Google Shape;11976;p65"/>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5"/>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5"/>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5"/>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5"/>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5"/>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2" name="Google Shape;11982;p65"/>
          <p:cNvGrpSpPr/>
          <p:nvPr/>
        </p:nvGrpSpPr>
        <p:grpSpPr>
          <a:xfrm>
            <a:off x="1309875" y="1324462"/>
            <a:ext cx="359015" cy="358633"/>
            <a:chOff x="1309875" y="1499912"/>
            <a:chExt cx="359015" cy="358633"/>
          </a:xfrm>
        </p:grpSpPr>
        <p:sp>
          <p:nvSpPr>
            <p:cNvPr id="11983" name="Google Shape;11983;p65"/>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5"/>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5"/>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5"/>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5"/>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5"/>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5"/>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5"/>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5"/>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2" name="Google Shape;11992;p65"/>
          <p:cNvGrpSpPr/>
          <p:nvPr/>
        </p:nvGrpSpPr>
        <p:grpSpPr>
          <a:xfrm>
            <a:off x="2219466" y="1324843"/>
            <a:ext cx="330613" cy="359015"/>
            <a:chOff x="2219466" y="1500293"/>
            <a:chExt cx="330613" cy="359015"/>
          </a:xfrm>
        </p:grpSpPr>
        <p:sp>
          <p:nvSpPr>
            <p:cNvPr id="11993" name="Google Shape;11993;p65"/>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5"/>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65"/>
          <p:cNvGrpSpPr/>
          <p:nvPr/>
        </p:nvGrpSpPr>
        <p:grpSpPr>
          <a:xfrm>
            <a:off x="5343544" y="1333908"/>
            <a:ext cx="244676" cy="351095"/>
            <a:chOff x="5343544" y="1509358"/>
            <a:chExt cx="244676" cy="351095"/>
          </a:xfrm>
        </p:grpSpPr>
        <p:sp>
          <p:nvSpPr>
            <p:cNvPr id="11996" name="Google Shape;11996;p65"/>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5"/>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5"/>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9" name="Google Shape;11999;p65"/>
          <p:cNvGrpSpPr/>
          <p:nvPr/>
        </p:nvGrpSpPr>
        <p:grpSpPr>
          <a:xfrm>
            <a:off x="4882340" y="1333908"/>
            <a:ext cx="246171" cy="351095"/>
            <a:chOff x="4882340" y="1509358"/>
            <a:chExt cx="246171" cy="351095"/>
          </a:xfrm>
        </p:grpSpPr>
        <p:sp>
          <p:nvSpPr>
            <p:cNvPr id="12000" name="Google Shape;12000;p65"/>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5"/>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5"/>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5"/>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5"/>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65"/>
          <p:cNvGrpSpPr/>
          <p:nvPr/>
        </p:nvGrpSpPr>
        <p:grpSpPr>
          <a:xfrm>
            <a:off x="6273204" y="1333558"/>
            <a:ext cx="236343" cy="351445"/>
            <a:chOff x="6273204" y="1509008"/>
            <a:chExt cx="236343" cy="351445"/>
          </a:xfrm>
        </p:grpSpPr>
        <p:sp>
          <p:nvSpPr>
            <p:cNvPr id="12006" name="Google Shape;12006;p65"/>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5"/>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8" name="Google Shape;12008;p65"/>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9" name="Google Shape;12009;p65"/>
          <p:cNvGrpSpPr/>
          <p:nvPr/>
        </p:nvGrpSpPr>
        <p:grpSpPr>
          <a:xfrm>
            <a:off x="7219530" y="1332794"/>
            <a:ext cx="191625" cy="352209"/>
            <a:chOff x="7219530" y="1508244"/>
            <a:chExt cx="191625" cy="352209"/>
          </a:xfrm>
        </p:grpSpPr>
        <p:sp>
          <p:nvSpPr>
            <p:cNvPr id="12010" name="Google Shape;12010;p65"/>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5"/>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2" name="Google Shape;12012;p65"/>
          <p:cNvGrpSpPr/>
          <p:nvPr/>
        </p:nvGrpSpPr>
        <p:grpSpPr>
          <a:xfrm>
            <a:off x="7699309" y="1333176"/>
            <a:ext cx="154922" cy="351827"/>
            <a:chOff x="7699309" y="1508626"/>
            <a:chExt cx="154922" cy="351827"/>
          </a:xfrm>
        </p:grpSpPr>
        <p:sp>
          <p:nvSpPr>
            <p:cNvPr id="12013" name="Google Shape;12013;p65"/>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5"/>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5"/>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5"/>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5"/>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5"/>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5"/>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65"/>
          <p:cNvGrpSpPr/>
          <p:nvPr/>
        </p:nvGrpSpPr>
        <p:grpSpPr>
          <a:xfrm>
            <a:off x="8161690" y="1333558"/>
            <a:ext cx="153396" cy="351064"/>
            <a:chOff x="8161690" y="1509008"/>
            <a:chExt cx="153396" cy="351064"/>
          </a:xfrm>
        </p:grpSpPr>
        <p:sp>
          <p:nvSpPr>
            <p:cNvPr id="12021" name="Google Shape;12021;p65"/>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5"/>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5"/>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5"/>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65"/>
          <p:cNvGrpSpPr/>
          <p:nvPr/>
        </p:nvGrpSpPr>
        <p:grpSpPr>
          <a:xfrm>
            <a:off x="6746940" y="1333431"/>
            <a:ext cx="213221" cy="352304"/>
            <a:chOff x="6746940" y="1508881"/>
            <a:chExt cx="213221" cy="352304"/>
          </a:xfrm>
        </p:grpSpPr>
        <p:sp>
          <p:nvSpPr>
            <p:cNvPr id="12026" name="Google Shape;12026;p65"/>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5"/>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5"/>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5"/>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65"/>
          <p:cNvGrpSpPr/>
          <p:nvPr/>
        </p:nvGrpSpPr>
        <p:grpSpPr>
          <a:xfrm>
            <a:off x="5770336" y="1832165"/>
            <a:ext cx="350682" cy="292097"/>
            <a:chOff x="5770336" y="2007615"/>
            <a:chExt cx="350682" cy="292097"/>
          </a:xfrm>
        </p:grpSpPr>
        <p:sp>
          <p:nvSpPr>
            <p:cNvPr id="12031" name="Google Shape;12031;p65"/>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5"/>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5"/>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5"/>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65"/>
          <p:cNvGrpSpPr/>
          <p:nvPr/>
        </p:nvGrpSpPr>
        <p:grpSpPr>
          <a:xfrm>
            <a:off x="5326878" y="1804908"/>
            <a:ext cx="350332" cy="346229"/>
            <a:chOff x="5326878" y="1980358"/>
            <a:chExt cx="350332" cy="346229"/>
          </a:xfrm>
        </p:grpSpPr>
        <p:sp>
          <p:nvSpPr>
            <p:cNvPr id="12036" name="Google Shape;12036;p65"/>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5"/>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5"/>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5"/>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0" name="Google Shape;12040;p65"/>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1" name="Google Shape;12041;p65"/>
          <p:cNvGrpSpPr/>
          <p:nvPr/>
        </p:nvGrpSpPr>
        <p:grpSpPr>
          <a:xfrm>
            <a:off x="4883835" y="1817121"/>
            <a:ext cx="350300" cy="323043"/>
            <a:chOff x="4883835" y="1992571"/>
            <a:chExt cx="350300" cy="323043"/>
          </a:xfrm>
        </p:grpSpPr>
        <p:sp>
          <p:nvSpPr>
            <p:cNvPr id="12042" name="Google Shape;12042;p65"/>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5"/>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5"/>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5"/>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5"/>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5"/>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8" name="Google Shape;12048;p65"/>
          <p:cNvGrpSpPr/>
          <p:nvPr/>
        </p:nvGrpSpPr>
        <p:grpSpPr>
          <a:xfrm>
            <a:off x="7548967" y="1803477"/>
            <a:ext cx="333285" cy="349950"/>
            <a:chOff x="7548967" y="1978927"/>
            <a:chExt cx="333285" cy="349950"/>
          </a:xfrm>
        </p:grpSpPr>
        <p:sp>
          <p:nvSpPr>
            <p:cNvPr id="12049" name="Google Shape;12049;p65"/>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5"/>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5"/>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5"/>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5"/>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5"/>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5"/>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6" name="Google Shape;12056;p65"/>
          <p:cNvGrpSpPr/>
          <p:nvPr/>
        </p:nvGrpSpPr>
        <p:grpSpPr>
          <a:xfrm>
            <a:off x="6214142" y="1803477"/>
            <a:ext cx="346515" cy="350300"/>
            <a:chOff x="6214142" y="1978927"/>
            <a:chExt cx="346515" cy="350300"/>
          </a:xfrm>
        </p:grpSpPr>
        <p:sp>
          <p:nvSpPr>
            <p:cNvPr id="12057" name="Google Shape;12057;p65"/>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5"/>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9" name="Google Shape;12059;p65"/>
          <p:cNvGrpSpPr/>
          <p:nvPr/>
        </p:nvGrpSpPr>
        <p:grpSpPr>
          <a:xfrm>
            <a:off x="7105923" y="1803095"/>
            <a:ext cx="333285" cy="350682"/>
            <a:chOff x="7105923" y="1978545"/>
            <a:chExt cx="333285" cy="350682"/>
          </a:xfrm>
        </p:grpSpPr>
        <p:sp>
          <p:nvSpPr>
            <p:cNvPr id="12060" name="Google Shape;12060;p65"/>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5"/>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5"/>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5"/>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5"/>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5"/>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5"/>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7" name="Google Shape;12067;p65"/>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5"/>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9" name="Google Shape;12069;p65"/>
          <p:cNvGrpSpPr/>
          <p:nvPr/>
        </p:nvGrpSpPr>
        <p:grpSpPr>
          <a:xfrm>
            <a:off x="3616406" y="2246902"/>
            <a:ext cx="203393" cy="351827"/>
            <a:chOff x="3616406" y="2422352"/>
            <a:chExt cx="203393" cy="351827"/>
          </a:xfrm>
        </p:grpSpPr>
        <p:sp>
          <p:nvSpPr>
            <p:cNvPr id="12070" name="Google Shape;12070;p65"/>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5"/>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2" name="Google Shape;12072;p65"/>
          <p:cNvGrpSpPr/>
          <p:nvPr/>
        </p:nvGrpSpPr>
        <p:grpSpPr>
          <a:xfrm>
            <a:off x="878187" y="2246520"/>
            <a:ext cx="272696" cy="351827"/>
            <a:chOff x="913012" y="2421970"/>
            <a:chExt cx="272696" cy="351827"/>
          </a:xfrm>
        </p:grpSpPr>
        <p:sp>
          <p:nvSpPr>
            <p:cNvPr id="12073" name="Google Shape;12073;p65"/>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5"/>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5"/>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5"/>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65"/>
          <p:cNvGrpSpPr/>
          <p:nvPr/>
        </p:nvGrpSpPr>
        <p:grpSpPr>
          <a:xfrm>
            <a:off x="2274743" y="2246902"/>
            <a:ext cx="255649" cy="351445"/>
            <a:chOff x="2274743" y="2422352"/>
            <a:chExt cx="255649" cy="351445"/>
          </a:xfrm>
        </p:grpSpPr>
        <p:sp>
          <p:nvSpPr>
            <p:cNvPr id="12078" name="Google Shape;12078;p65"/>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5"/>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5"/>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65"/>
          <p:cNvGrpSpPr/>
          <p:nvPr/>
        </p:nvGrpSpPr>
        <p:grpSpPr>
          <a:xfrm>
            <a:off x="2708723" y="2245789"/>
            <a:ext cx="246552" cy="352558"/>
            <a:chOff x="2708723" y="2421239"/>
            <a:chExt cx="246552" cy="352558"/>
          </a:xfrm>
        </p:grpSpPr>
        <p:sp>
          <p:nvSpPr>
            <p:cNvPr id="12082" name="Google Shape;12082;p65"/>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5"/>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65"/>
          <p:cNvGrpSpPr/>
          <p:nvPr/>
        </p:nvGrpSpPr>
        <p:grpSpPr>
          <a:xfrm>
            <a:off x="1835485" y="2246902"/>
            <a:ext cx="259433" cy="350714"/>
            <a:chOff x="1835485" y="2422352"/>
            <a:chExt cx="259433" cy="350714"/>
          </a:xfrm>
        </p:grpSpPr>
        <p:sp>
          <p:nvSpPr>
            <p:cNvPr id="12085" name="Google Shape;12085;p65"/>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5"/>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5"/>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5"/>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5"/>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5"/>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5"/>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65"/>
          <p:cNvGrpSpPr/>
          <p:nvPr/>
        </p:nvGrpSpPr>
        <p:grpSpPr>
          <a:xfrm>
            <a:off x="3150240" y="2246902"/>
            <a:ext cx="212489" cy="351445"/>
            <a:chOff x="3150240" y="2422352"/>
            <a:chExt cx="212489" cy="351445"/>
          </a:xfrm>
        </p:grpSpPr>
        <p:sp>
          <p:nvSpPr>
            <p:cNvPr id="12093" name="Google Shape;12093;p65"/>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5"/>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65"/>
          <p:cNvGrpSpPr/>
          <p:nvPr/>
        </p:nvGrpSpPr>
        <p:grpSpPr>
          <a:xfrm>
            <a:off x="1367060" y="2246679"/>
            <a:ext cx="269261" cy="352050"/>
            <a:chOff x="1367060" y="2422129"/>
            <a:chExt cx="269261" cy="352050"/>
          </a:xfrm>
        </p:grpSpPr>
        <p:sp>
          <p:nvSpPr>
            <p:cNvPr id="12096" name="Google Shape;12096;p65"/>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5"/>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5"/>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5"/>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5"/>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5"/>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5"/>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5"/>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5"/>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5"/>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5"/>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5"/>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5"/>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5"/>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0" name="Google Shape;12110;p65"/>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1" name="Google Shape;12111;p65"/>
          <p:cNvGrpSpPr/>
          <p:nvPr/>
        </p:nvGrpSpPr>
        <p:grpSpPr>
          <a:xfrm>
            <a:off x="4882690" y="2249955"/>
            <a:ext cx="274573" cy="350682"/>
            <a:chOff x="4882690" y="2425405"/>
            <a:chExt cx="274573" cy="350682"/>
          </a:xfrm>
        </p:grpSpPr>
        <p:sp>
          <p:nvSpPr>
            <p:cNvPr id="12112" name="Google Shape;12112;p65"/>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5"/>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4" name="Google Shape;12114;p65"/>
          <p:cNvGrpSpPr/>
          <p:nvPr/>
        </p:nvGrpSpPr>
        <p:grpSpPr>
          <a:xfrm>
            <a:off x="6627639" y="2268434"/>
            <a:ext cx="355993" cy="313247"/>
            <a:chOff x="6627639" y="2443884"/>
            <a:chExt cx="355993" cy="313247"/>
          </a:xfrm>
        </p:grpSpPr>
        <p:sp>
          <p:nvSpPr>
            <p:cNvPr id="12115" name="Google Shape;12115;p65"/>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5"/>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5"/>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8" name="Google Shape;12118;p65"/>
          <p:cNvGrpSpPr/>
          <p:nvPr/>
        </p:nvGrpSpPr>
        <p:grpSpPr>
          <a:xfrm>
            <a:off x="6183451" y="2286690"/>
            <a:ext cx="351445" cy="277976"/>
            <a:chOff x="6183451" y="2462140"/>
            <a:chExt cx="351445" cy="277976"/>
          </a:xfrm>
        </p:grpSpPr>
        <p:sp>
          <p:nvSpPr>
            <p:cNvPr id="12119" name="Google Shape;12119;p65"/>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5"/>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5"/>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5"/>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5"/>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5"/>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5"/>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6" name="Google Shape;12126;p65"/>
          <p:cNvGrpSpPr/>
          <p:nvPr/>
        </p:nvGrpSpPr>
        <p:grpSpPr>
          <a:xfrm>
            <a:off x="5735477" y="2254408"/>
            <a:ext cx="353354" cy="341299"/>
            <a:chOff x="5735477" y="2429858"/>
            <a:chExt cx="353354" cy="341299"/>
          </a:xfrm>
        </p:grpSpPr>
        <p:sp>
          <p:nvSpPr>
            <p:cNvPr id="12127" name="Google Shape;12127;p65"/>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5"/>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5"/>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5"/>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5"/>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5"/>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3" name="Google Shape;12133;p65"/>
          <p:cNvGrpSpPr/>
          <p:nvPr/>
        </p:nvGrpSpPr>
        <p:grpSpPr>
          <a:xfrm>
            <a:off x="5243735" y="2271523"/>
            <a:ext cx="405255" cy="275499"/>
            <a:chOff x="5283337" y="2478774"/>
            <a:chExt cx="358633" cy="243913"/>
          </a:xfrm>
        </p:grpSpPr>
        <p:sp>
          <p:nvSpPr>
            <p:cNvPr id="12134" name="Google Shape;12134;p65"/>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5"/>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5"/>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5"/>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5"/>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5"/>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5"/>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5"/>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5"/>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5"/>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5"/>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5"/>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5"/>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5"/>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5"/>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5"/>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5"/>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65"/>
          <p:cNvGrpSpPr/>
          <p:nvPr/>
        </p:nvGrpSpPr>
        <p:grpSpPr>
          <a:xfrm>
            <a:off x="7964753" y="2295373"/>
            <a:ext cx="362068" cy="258670"/>
            <a:chOff x="7964753" y="2470823"/>
            <a:chExt cx="362068" cy="258670"/>
          </a:xfrm>
        </p:grpSpPr>
        <p:sp>
          <p:nvSpPr>
            <p:cNvPr id="12152" name="Google Shape;12152;p65"/>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5"/>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5"/>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5"/>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5"/>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5"/>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5"/>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5"/>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5"/>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1" name="Google Shape;12161;p65"/>
          <p:cNvGrpSpPr/>
          <p:nvPr/>
        </p:nvGrpSpPr>
        <p:grpSpPr>
          <a:xfrm>
            <a:off x="7524349" y="2280997"/>
            <a:ext cx="350332" cy="288948"/>
            <a:chOff x="7524349" y="2456447"/>
            <a:chExt cx="350332" cy="288948"/>
          </a:xfrm>
        </p:grpSpPr>
        <p:sp>
          <p:nvSpPr>
            <p:cNvPr id="12162" name="Google Shape;12162;p65"/>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5"/>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5"/>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5"/>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5"/>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65"/>
          <p:cNvGrpSpPr/>
          <p:nvPr/>
        </p:nvGrpSpPr>
        <p:grpSpPr>
          <a:xfrm>
            <a:off x="3972749" y="2719143"/>
            <a:ext cx="355230" cy="356725"/>
            <a:chOff x="3972749" y="2894211"/>
            <a:chExt cx="355230" cy="356725"/>
          </a:xfrm>
        </p:grpSpPr>
        <p:sp>
          <p:nvSpPr>
            <p:cNvPr id="12168" name="Google Shape;12168;p65"/>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5"/>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5"/>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5"/>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5"/>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65"/>
          <p:cNvGrpSpPr/>
          <p:nvPr/>
        </p:nvGrpSpPr>
        <p:grpSpPr>
          <a:xfrm>
            <a:off x="3527797" y="2743553"/>
            <a:ext cx="355993" cy="307904"/>
            <a:chOff x="3527797" y="2918796"/>
            <a:chExt cx="355993" cy="307904"/>
          </a:xfrm>
        </p:grpSpPr>
        <p:sp>
          <p:nvSpPr>
            <p:cNvPr id="12174" name="Google Shape;12174;p65"/>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5"/>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5"/>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5"/>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5"/>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5"/>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5"/>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5"/>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5"/>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5"/>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65"/>
          <p:cNvGrpSpPr/>
          <p:nvPr/>
        </p:nvGrpSpPr>
        <p:grpSpPr>
          <a:xfrm>
            <a:off x="3082845" y="2746336"/>
            <a:ext cx="356375" cy="302338"/>
            <a:chOff x="3082845" y="2920959"/>
            <a:chExt cx="356375" cy="302338"/>
          </a:xfrm>
        </p:grpSpPr>
        <p:sp>
          <p:nvSpPr>
            <p:cNvPr id="12185" name="Google Shape;12185;p65"/>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5"/>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7" name="Google Shape;12187;p65"/>
          <p:cNvGrpSpPr/>
          <p:nvPr/>
        </p:nvGrpSpPr>
        <p:grpSpPr>
          <a:xfrm>
            <a:off x="2639038" y="2719699"/>
            <a:ext cx="355612" cy="355612"/>
            <a:chOff x="2639038" y="2894942"/>
            <a:chExt cx="355612" cy="355612"/>
          </a:xfrm>
        </p:grpSpPr>
        <p:sp>
          <p:nvSpPr>
            <p:cNvPr id="12188" name="Google Shape;12188;p65"/>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5"/>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65"/>
          <p:cNvGrpSpPr/>
          <p:nvPr/>
        </p:nvGrpSpPr>
        <p:grpSpPr>
          <a:xfrm>
            <a:off x="2194468" y="2763622"/>
            <a:ext cx="355993" cy="267766"/>
            <a:chOff x="2194468" y="2938865"/>
            <a:chExt cx="355993" cy="267766"/>
          </a:xfrm>
        </p:grpSpPr>
        <p:sp>
          <p:nvSpPr>
            <p:cNvPr id="12191" name="Google Shape;12191;p65"/>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5"/>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5"/>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5"/>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5"/>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5"/>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5"/>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5"/>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5"/>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5"/>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5"/>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5"/>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5"/>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5"/>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5"/>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5"/>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5"/>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5"/>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5"/>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5"/>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65"/>
          <p:cNvGrpSpPr/>
          <p:nvPr/>
        </p:nvGrpSpPr>
        <p:grpSpPr>
          <a:xfrm>
            <a:off x="1749897" y="2719699"/>
            <a:ext cx="355993" cy="355612"/>
            <a:chOff x="1749897" y="2894561"/>
            <a:chExt cx="355993" cy="355612"/>
          </a:xfrm>
        </p:grpSpPr>
        <p:sp>
          <p:nvSpPr>
            <p:cNvPr id="12212" name="Google Shape;12212;p65"/>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5"/>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5"/>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5"/>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5"/>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5"/>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5"/>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5"/>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5"/>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5"/>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5"/>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3" name="Google Shape;12223;p65"/>
          <p:cNvGrpSpPr/>
          <p:nvPr/>
        </p:nvGrpSpPr>
        <p:grpSpPr>
          <a:xfrm>
            <a:off x="1305327" y="2718761"/>
            <a:ext cx="357520" cy="357488"/>
            <a:chOff x="1305327" y="2894211"/>
            <a:chExt cx="357520" cy="357488"/>
          </a:xfrm>
        </p:grpSpPr>
        <p:sp>
          <p:nvSpPr>
            <p:cNvPr id="12224" name="Google Shape;12224;p65"/>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5"/>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5"/>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5"/>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5"/>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65"/>
          <p:cNvGrpSpPr/>
          <p:nvPr/>
        </p:nvGrpSpPr>
        <p:grpSpPr>
          <a:xfrm>
            <a:off x="853950" y="2720860"/>
            <a:ext cx="364104" cy="353290"/>
            <a:chOff x="853950" y="2894720"/>
            <a:chExt cx="364104" cy="353290"/>
          </a:xfrm>
        </p:grpSpPr>
        <p:sp>
          <p:nvSpPr>
            <p:cNvPr id="12230" name="Google Shape;12230;p65"/>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5"/>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5"/>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5"/>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5"/>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5"/>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5"/>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65"/>
          <p:cNvGrpSpPr/>
          <p:nvPr/>
        </p:nvGrpSpPr>
        <p:grpSpPr>
          <a:xfrm>
            <a:off x="7066548" y="2737144"/>
            <a:ext cx="352209" cy="334938"/>
            <a:chOff x="7066548" y="2912594"/>
            <a:chExt cx="352209" cy="334938"/>
          </a:xfrm>
        </p:grpSpPr>
        <p:sp>
          <p:nvSpPr>
            <p:cNvPr id="12238" name="Google Shape;12238;p65"/>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5"/>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5"/>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5"/>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5"/>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5"/>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4" name="Google Shape;12244;p65"/>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5"/>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6" name="Google Shape;12246;p65"/>
          <p:cNvGrpSpPr/>
          <p:nvPr/>
        </p:nvGrpSpPr>
        <p:grpSpPr>
          <a:xfrm>
            <a:off x="7541397" y="2729352"/>
            <a:ext cx="318495" cy="352209"/>
            <a:chOff x="7541397" y="2904802"/>
            <a:chExt cx="318495" cy="352209"/>
          </a:xfrm>
        </p:grpSpPr>
        <p:sp>
          <p:nvSpPr>
            <p:cNvPr id="12247" name="Google Shape;12247;p65"/>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5"/>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65"/>
          <p:cNvGrpSpPr/>
          <p:nvPr/>
        </p:nvGrpSpPr>
        <p:grpSpPr>
          <a:xfrm>
            <a:off x="8003015" y="2728589"/>
            <a:ext cx="306759" cy="351445"/>
            <a:chOff x="8003015" y="2904039"/>
            <a:chExt cx="306759" cy="351445"/>
          </a:xfrm>
        </p:grpSpPr>
        <p:sp>
          <p:nvSpPr>
            <p:cNvPr id="12250" name="Google Shape;12250;p65"/>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5"/>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5"/>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5"/>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5"/>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5"/>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6" name="Google Shape;12256;p65"/>
          <p:cNvGrpSpPr/>
          <p:nvPr/>
        </p:nvGrpSpPr>
        <p:grpSpPr>
          <a:xfrm>
            <a:off x="5687770" y="2710046"/>
            <a:ext cx="369638" cy="369606"/>
            <a:chOff x="5687770" y="2885496"/>
            <a:chExt cx="369638" cy="369606"/>
          </a:xfrm>
        </p:grpSpPr>
        <p:sp>
          <p:nvSpPr>
            <p:cNvPr id="12257" name="Google Shape;12257;p65"/>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5"/>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5"/>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5"/>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5"/>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5"/>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5"/>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5"/>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5"/>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5"/>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7" name="Google Shape;12267;p65"/>
          <p:cNvGrpSpPr/>
          <p:nvPr/>
        </p:nvGrpSpPr>
        <p:grpSpPr>
          <a:xfrm>
            <a:off x="4881958" y="2729352"/>
            <a:ext cx="156417" cy="349537"/>
            <a:chOff x="4881958" y="2904802"/>
            <a:chExt cx="156417" cy="349537"/>
          </a:xfrm>
        </p:grpSpPr>
        <p:sp>
          <p:nvSpPr>
            <p:cNvPr id="12268" name="Google Shape;12268;p65"/>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5"/>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5"/>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5"/>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5"/>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5"/>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5"/>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5" name="Google Shape;12275;p65"/>
          <p:cNvGrpSpPr/>
          <p:nvPr/>
        </p:nvGrpSpPr>
        <p:grpSpPr>
          <a:xfrm>
            <a:off x="5230318" y="2711064"/>
            <a:ext cx="371133" cy="367443"/>
            <a:chOff x="5230318" y="2886514"/>
            <a:chExt cx="371133" cy="367443"/>
          </a:xfrm>
        </p:grpSpPr>
        <p:sp>
          <p:nvSpPr>
            <p:cNvPr id="12276" name="Google Shape;12276;p65"/>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5"/>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5"/>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5"/>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5"/>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5"/>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5"/>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5"/>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5"/>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5" name="Google Shape;12285;p65"/>
          <p:cNvGrpSpPr/>
          <p:nvPr/>
        </p:nvGrpSpPr>
        <p:grpSpPr>
          <a:xfrm>
            <a:off x="5748358" y="3259128"/>
            <a:ext cx="352590" cy="182561"/>
            <a:chOff x="5748358" y="3434578"/>
            <a:chExt cx="352590" cy="182561"/>
          </a:xfrm>
        </p:grpSpPr>
        <p:sp>
          <p:nvSpPr>
            <p:cNvPr id="12286" name="Google Shape;12286;p65"/>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5"/>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5"/>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5"/>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5"/>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5"/>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2" name="Google Shape;12292;p65"/>
          <p:cNvGrpSpPr/>
          <p:nvPr/>
        </p:nvGrpSpPr>
        <p:grpSpPr>
          <a:xfrm>
            <a:off x="862283" y="4099321"/>
            <a:ext cx="341204" cy="359301"/>
            <a:chOff x="862283" y="4274771"/>
            <a:chExt cx="341204" cy="359301"/>
          </a:xfrm>
        </p:grpSpPr>
        <p:sp>
          <p:nvSpPr>
            <p:cNvPr id="12293" name="Google Shape;12293;p65"/>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5"/>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5"/>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65"/>
          <p:cNvGrpSpPr/>
          <p:nvPr/>
        </p:nvGrpSpPr>
        <p:grpSpPr>
          <a:xfrm>
            <a:off x="1396957" y="4111915"/>
            <a:ext cx="301861" cy="332871"/>
            <a:chOff x="1396957" y="4287365"/>
            <a:chExt cx="301861" cy="332871"/>
          </a:xfrm>
        </p:grpSpPr>
        <p:sp>
          <p:nvSpPr>
            <p:cNvPr id="12297" name="Google Shape;12297;p65"/>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5"/>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5"/>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5"/>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5"/>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5"/>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5"/>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5"/>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5"/>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5"/>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5"/>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5"/>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5"/>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5"/>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5"/>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65"/>
          <p:cNvGrpSpPr/>
          <p:nvPr/>
        </p:nvGrpSpPr>
        <p:grpSpPr>
          <a:xfrm>
            <a:off x="1865381" y="4102056"/>
            <a:ext cx="396131" cy="355612"/>
            <a:chOff x="1865381" y="4277506"/>
            <a:chExt cx="396131" cy="355612"/>
          </a:xfrm>
        </p:grpSpPr>
        <p:sp>
          <p:nvSpPr>
            <p:cNvPr id="12313" name="Google Shape;12313;p65"/>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5"/>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5"/>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5"/>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5"/>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5"/>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9" name="Google Shape;12319;p65"/>
          <p:cNvGrpSpPr/>
          <p:nvPr/>
        </p:nvGrpSpPr>
        <p:grpSpPr>
          <a:xfrm>
            <a:off x="2411823" y="4128549"/>
            <a:ext cx="334398" cy="299953"/>
            <a:chOff x="2411823" y="4303999"/>
            <a:chExt cx="334398" cy="299953"/>
          </a:xfrm>
        </p:grpSpPr>
        <p:sp>
          <p:nvSpPr>
            <p:cNvPr id="12320" name="Google Shape;12320;p65"/>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5"/>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5"/>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5"/>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5"/>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5"/>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5"/>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7" name="Google Shape;12327;p65"/>
          <p:cNvGrpSpPr/>
          <p:nvPr/>
        </p:nvGrpSpPr>
        <p:grpSpPr>
          <a:xfrm>
            <a:off x="2903337" y="4103582"/>
            <a:ext cx="382519" cy="350682"/>
            <a:chOff x="2903337" y="4279032"/>
            <a:chExt cx="382519" cy="350682"/>
          </a:xfrm>
        </p:grpSpPr>
        <p:sp>
          <p:nvSpPr>
            <p:cNvPr id="12328" name="Google Shape;12328;p65"/>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5"/>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5"/>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5"/>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5"/>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5"/>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5"/>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5"/>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5"/>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5"/>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5"/>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5"/>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5"/>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5"/>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5"/>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65"/>
          <p:cNvGrpSpPr/>
          <p:nvPr/>
        </p:nvGrpSpPr>
        <p:grpSpPr>
          <a:xfrm>
            <a:off x="3933342" y="4140317"/>
            <a:ext cx="383632" cy="276449"/>
            <a:chOff x="3933342" y="4315767"/>
            <a:chExt cx="383632" cy="276449"/>
          </a:xfrm>
        </p:grpSpPr>
        <p:sp>
          <p:nvSpPr>
            <p:cNvPr id="12344" name="Google Shape;12344;p65"/>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5"/>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5"/>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5"/>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5"/>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5"/>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0" name="Google Shape;12350;p65"/>
          <p:cNvGrpSpPr/>
          <p:nvPr/>
        </p:nvGrpSpPr>
        <p:grpSpPr>
          <a:xfrm>
            <a:off x="3441065" y="4127055"/>
            <a:ext cx="337069" cy="302593"/>
            <a:chOff x="3441065" y="4302505"/>
            <a:chExt cx="337069" cy="302593"/>
          </a:xfrm>
        </p:grpSpPr>
        <p:sp>
          <p:nvSpPr>
            <p:cNvPr id="12351" name="Google Shape;12351;p65"/>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5"/>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5"/>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5"/>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5"/>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5"/>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5"/>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5"/>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5"/>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5"/>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5"/>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5"/>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5"/>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65"/>
          <p:cNvGrpSpPr/>
          <p:nvPr/>
        </p:nvGrpSpPr>
        <p:grpSpPr>
          <a:xfrm>
            <a:off x="3532345" y="3187185"/>
            <a:ext cx="339328" cy="336274"/>
            <a:chOff x="3532345" y="3362635"/>
            <a:chExt cx="339328" cy="336274"/>
          </a:xfrm>
        </p:grpSpPr>
        <p:sp>
          <p:nvSpPr>
            <p:cNvPr id="12365" name="Google Shape;12365;p65"/>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5"/>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5"/>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5"/>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5"/>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0" name="Google Shape;12370;p65"/>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1" name="Google Shape;12371;p65"/>
          <p:cNvGrpSpPr/>
          <p:nvPr/>
        </p:nvGrpSpPr>
        <p:grpSpPr>
          <a:xfrm>
            <a:off x="1883955" y="3633250"/>
            <a:ext cx="162873" cy="351445"/>
            <a:chOff x="1883955" y="3808700"/>
            <a:chExt cx="162873" cy="351445"/>
          </a:xfrm>
        </p:grpSpPr>
        <p:sp>
          <p:nvSpPr>
            <p:cNvPr id="12372" name="Google Shape;12372;p65"/>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5"/>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4" name="Google Shape;12374;p65"/>
          <p:cNvGrpSpPr/>
          <p:nvPr/>
        </p:nvGrpSpPr>
        <p:grpSpPr>
          <a:xfrm>
            <a:off x="939156" y="3633759"/>
            <a:ext cx="192007" cy="351318"/>
            <a:chOff x="939156" y="3809209"/>
            <a:chExt cx="192007" cy="351318"/>
          </a:xfrm>
        </p:grpSpPr>
        <p:sp>
          <p:nvSpPr>
            <p:cNvPr id="12375" name="Google Shape;12375;p65"/>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5"/>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65"/>
          <p:cNvGrpSpPr/>
          <p:nvPr/>
        </p:nvGrpSpPr>
        <p:grpSpPr>
          <a:xfrm>
            <a:off x="2306167" y="3634395"/>
            <a:ext cx="193915" cy="349155"/>
            <a:chOff x="2306167" y="3809845"/>
            <a:chExt cx="193915" cy="349155"/>
          </a:xfrm>
        </p:grpSpPr>
        <p:sp>
          <p:nvSpPr>
            <p:cNvPr id="12378" name="Google Shape;12378;p65"/>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5"/>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5"/>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5"/>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5"/>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5"/>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5"/>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5" name="Google Shape;12385;p65"/>
          <p:cNvGrpSpPr/>
          <p:nvPr/>
        </p:nvGrpSpPr>
        <p:grpSpPr>
          <a:xfrm>
            <a:off x="1323901" y="3631723"/>
            <a:ext cx="356343" cy="356757"/>
            <a:chOff x="1323901" y="3807173"/>
            <a:chExt cx="356343" cy="356757"/>
          </a:xfrm>
        </p:grpSpPr>
        <p:sp>
          <p:nvSpPr>
            <p:cNvPr id="12386" name="Google Shape;12386;p65"/>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5"/>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5"/>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5"/>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5"/>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5"/>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5"/>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5"/>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5"/>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5"/>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5"/>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5"/>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5"/>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5"/>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5"/>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5"/>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5"/>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5"/>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5"/>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5"/>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5"/>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5"/>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5"/>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5"/>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0" name="Google Shape;12410;p65"/>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1" name="Google Shape;12411;p65"/>
          <p:cNvGrpSpPr/>
          <p:nvPr/>
        </p:nvGrpSpPr>
        <p:grpSpPr>
          <a:xfrm>
            <a:off x="859262" y="3178470"/>
            <a:ext cx="306759" cy="351445"/>
            <a:chOff x="859262" y="3353920"/>
            <a:chExt cx="306759" cy="351445"/>
          </a:xfrm>
        </p:grpSpPr>
        <p:sp>
          <p:nvSpPr>
            <p:cNvPr id="12412" name="Google Shape;12412;p65"/>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5"/>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5"/>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5"/>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5"/>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7" name="Google Shape;12417;p65"/>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8" name="Google Shape;12418;p65"/>
          <p:cNvGrpSpPr/>
          <p:nvPr/>
        </p:nvGrpSpPr>
        <p:grpSpPr>
          <a:xfrm>
            <a:off x="3967437" y="3661652"/>
            <a:ext cx="364708" cy="295405"/>
            <a:chOff x="3967437" y="3837102"/>
            <a:chExt cx="364708" cy="295405"/>
          </a:xfrm>
        </p:grpSpPr>
        <p:sp>
          <p:nvSpPr>
            <p:cNvPr id="12419" name="Google Shape;12419;p65"/>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65"/>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65"/>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5"/>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5"/>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4" name="Google Shape;12424;p65"/>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65"/>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5"/>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7" name="Google Shape;12427;p65"/>
          <p:cNvGrpSpPr/>
          <p:nvPr/>
        </p:nvGrpSpPr>
        <p:grpSpPr>
          <a:xfrm>
            <a:off x="5811827" y="3631001"/>
            <a:ext cx="283743" cy="308444"/>
            <a:chOff x="5964227" y="3858701"/>
            <a:chExt cx="283743" cy="308444"/>
          </a:xfrm>
        </p:grpSpPr>
        <p:sp>
          <p:nvSpPr>
            <p:cNvPr id="12428" name="Google Shape;12428;p65"/>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5"/>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5"/>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5"/>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2" name="Google Shape;12432;p65"/>
          <p:cNvGrpSpPr/>
          <p:nvPr/>
        </p:nvGrpSpPr>
        <p:grpSpPr>
          <a:xfrm>
            <a:off x="6243508" y="3697623"/>
            <a:ext cx="320372" cy="213602"/>
            <a:chOff x="6395908" y="3873073"/>
            <a:chExt cx="320372" cy="213602"/>
          </a:xfrm>
        </p:grpSpPr>
        <p:sp>
          <p:nvSpPr>
            <p:cNvPr id="12433" name="Google Shape;12433;p65"/>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5"/>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5"/>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5"/>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5"/>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5"/>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5"/>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65"/>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5"/>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5"/>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65"/>
          <p:cNvGrpSpPr/>
          <p:nvPr/>
        </p:nvGrpSpPr>
        <p:grpSpPr>
          <a:xfrm>
            <a:off x="7262890" y="3627366"/>
            <a:ext cx="357138" cy="352018"/>
            <a:chOff x="7415290" y="3802816"/>
            <a:chExt cx="357138" cy="352018"/>
          </a:xfrm>
        </p:grpSpPr>
        <p:sp>
          <p:nvSpPr>
            <p:cNvPr id="12444" name="Google Shape;12444;p65"/>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65"/>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5"/>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5"/>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5"/>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5"/>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5"/>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5"/>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65"/>
          <p:cNvGrpSpPr/>
          <p:nvPr/>
        </p:nvGrpSpPr>
        <p:grpSpPr>
          <a:xfrm>
            <a:off x="6737312" y="3657963"/>
            <a:ext cx="355230" cy="293401"/>
            <a:chOff x="6889712" y="3833413"/>
            <a:chExt cx="355230" cy="293401"/>
          </a:xfrm>
        </p:grpSpPr>
        <p:sp>
          <p:nvSpPr>
            <p:cNvPr id="12453" name="Google Shape;12453;p65"/>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5"/>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5"/>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5"/>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5"/>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65"/>
          <p:cNvGrpSpPr/>
          <p:nvPr/>
        </p:nvGrpSpPr>
        <p:grpSpPr>
          <a:xfrm>
            <a:off x="7707152" y="3660420"/>
            <a:ext cx="282318" cy="337168"/>
            <a:chOff x="1635875" y="237775"/>
            <a:chExt cx="4370250" cy="5219325"/>
          </a:xfrm>
        </p:grpSpPr>
        <p:sp>
          <p:nvSpPr>
            <p:cNvPr id="12459" name="Google Shape;12459;p65"/>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5"/>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1" name="Google Shape;12461;p65"/>
          <p:cNvGrpSpPr/>
          <p:nvPr/>
        </p:nvGrpSpPr>
        <p:grpSpPr>
          <a:xfrm>
            <a:off x="3103963" y="3185690"/>
            <a:ext cx="297886" cy="337578"/>
            <a:chOff x="3103963" y="3361140"/>
            <a:chExt cx="297886" cy="337578"/>
          </a:xfrm>
        </p:grpSpPr>
        <p:sp>
          <p:nvSpPr>
            <p:cNvPr id="12462" name="Google Shape;12462;p65"/>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5"/>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5"/>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5"/>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5"/>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5"/>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5"/>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5"/>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65"/>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5"/>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5"/>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5"/>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5"/>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5"/>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5"/>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5"/>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5"/>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5"/>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5"/>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5"/>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6" name="Google Shape;12486;p65"/>
          <p:cNvGrpSpPr/>
          <p:nvPr/>
        </p:nvGrpSpPr>
        <p:grpSpPr>
          <a:xfrm>
            <a:off x="2667821" y="3185658"/>
            <a:ext cx="273046" cy="337801"/>
            <a:chOff x="2667821" y="3361108"/>
            <a:chExt cx="273046" cy="337801"/>
          </a:xfrm>
        </p:grpSpPr>
        <p:sp>
          <p:nvSpPr>
            <p:cNvPr id="12487" name="Google Shape;12487;p65"/>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5"/>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5"/>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5"/>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65"/>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5"/>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5"/>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65"/>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5"/>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5"/>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5"/>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5"/>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5"/>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5"/>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5"/>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5"/>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5"/>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5"/>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5"/>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6" name="Google Shape;12506;p65"/>
          <p:cNvGrpSpPr/>
          <p:nvPr/>
        </p:nvGrpSpPr>
        <p:grpSpPr>
          <a:xfrm>
            <a:off x="2212469" y="3184863"/>
            <a:ext cx="282715" cy="338660"/>
            <a:chOff x="2212469" y="3360313"/>
            <a:chExt cx="282715" cy="338660"/>
          </a:xfrm>
        </p:grpSpPr>
        <p:sp>
          <p:nvSpPr>
            <p:cNvPr id="12507" name="Google Shape;12507;p65"/>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5"/>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5"/>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65"/>
          <p:cNvGrpSpPr/>
          <p:nvPr/>
        </p:nvGrpSpPr>
        <p:grpSpPr>
          <a:xfrm>
            <a:off x="1768821" y="3185658"/>
            <a:ext cx="278739" cy="339073"/>
            <a:chOff x="1768821" y="3361108"/>
            <a:chExt cx="278739" cy="339073"/>
          </a:xfrm>
        </p:grpSpPr>
        <p:sp>
          <p:nvSpPr>
            <p:cNvPr id="12511" name="Google Shape;12511;p65"/>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5"/>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5"/>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5"/>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5"/>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5"/>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5"/>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5"/>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5"/>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5"/>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5"/>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65"/>
          <p:cNvGrpSpPr/>
          <p:nvPr/>
        </p:nvGrpSpPr>
        <p:grpSpPr>
          <a:xfrm>
            <a:off x="5337883" y="3161423"/>
            <a:ext cx="307141" cy="376826"/>
            <a:chOff x="5337883" y="3336873"/>
            <a:chExt cx="307141" cy="376826"/>
          </a:xfrm>
        </p:grpSpPr>
        <p:sp>
          <p:nvSpPr>
            <p:cNvPr id="12523" name="Google Shape;12523;p65"/>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5"/>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5" name="Google Shape;12525;p65"/>
          <p:cNvGrpSpPr/>
          <p:nvPr/>
        </p:nvGrpSpPr>
        <p:grpSpPr>
          <a:xfrm>
            <a:off x="4883835" y="3161805"/>
            <a:ext cx="323425" cy="377557"/>
            <a:chOff x="4883835" y="3337255"/>
            <a:chExt cx="323425" cy="377557"/>
          </a:xfrm>
        </p:grpSpPr>
        <p:sp>
          <p:nvSpPr>
            <p:cNvPr id="12526" name="Google Shape;12526;p65"/>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5"/>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5"/>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65"/>
          <p:cNvGrpSpPr/>
          <p:nvPr/>
        </p:nvGrpSpPr>
        <p:grpSpPr>
          <a:xfrm>
            <a:off x="6193310" y="3231839"/>
            <a:ext cx="352590" cy="237488"/>
            <a:chOff x="6193310" y="3407289"/>
            <a:chExt cx="352590" cy="237488"/>
          </a:xfrm>
        </p:grpSpPr>
        <p:sp>
          <p:nvSpPr>
            <p:cNvPr id="12530" name="Google Shape;12530;p65"/>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5"/>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5"/>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5"/>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5"/>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5" name="Google Shape;12535;p65"/>
          <p:cNvGrpSpPr/>
          <p:nvPr/>
        </p:nvGrpSpPr>
        <p:grpSpPr>
          <a:xfrm>
            <a:off x="6637117" y="3222393"/>
            <a:ext cx="353735" cy="254504"/>
            <a:chOff x="6637117" y="3397843"/>
            <a:chExt cx="353735" cy="254504"/>
          </a:xfrm>
        </p:grpSpPr>
        <p:sp>
          <p:nvSpPr>
            <p:cNvPr id="12536" name="Google Shape;12536;p65"/>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5"/>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5"/>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5"/>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5"/>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5"/>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65"/>
          <p:cNvGrpSpPr/>
          <p:nvPr/>
        </p:nvGrpSpPr>
        <p:grpSpPr>
          <a:xfrm>
            <a:off x="7075994" y="3174081"/>
            <a:ext cx="360637" cy="352336"/>
            <a:chOff x="7075994" y="3349531"/>
            <a:chExt cx="360637" cy="352336"/>
          </a:xfrm>
        </p:grpSpPr>
        <p:sp>
          <p:nvSpPr>
            <p:cNvPr id="12543" name="Google Shape;12543;p65"/>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5"/>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5"/>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5"/>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5"/>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5"/>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65"/>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0" name="Google Shape;12550;p65"/>
          <p:cNvGrpSpPr/>
          <p:nvPr/>
        </p:nvGrpSpPr>
        <p:grpSpPr>
          <a:xfrm>
            <a:off x="7651983" y="3173731"/>
            <a:ext cx="107183" cy="352399"/>
            <a:chOff x="7651983" y="3349181"/>
            <a:chExt cx="107183" cy="352399"/>
          </a:xfrm>
        </p:grpSpPr>
        <p:sp>
          <p:nvSpPr>
            <p:cNvPr id="12551" name="Google Shape;12551;p65"/>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5"/>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65"/>
          <p:cNvGrpSpPr/>
          <p:nvPr/>
        </p:nvGrpSpPr>
        <p:grpSpPr>
          <a:xfrm>
            <a:off x="7973468" y="3206872"/>
            <a:ext cx="352590" cy="287072"/>
            <a:chOff x="7973468" y="3382322"/>
            <a:chExt cx="352590" cy="287072"/>
          </a:xfrm>
        </p:grpSpPr>
        <p:sp>
          <p:nvSpPr>
            <p:cNvPr id="12554" name="Google Shape;12554;p65"/>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5"/>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5"/>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5"/>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5"/>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5"/>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5"/>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5"/>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5"/>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5"/>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5"/>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5"/>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6" name="Google Shape;12566;p65"/>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Creative Process Icons</a:t>
            </a:r>
            <a:endParaRPr sz="2400">
              <a:solidFill>
                <a:srgbClr val="FFFFFF"/>
              </a:solidFill>
            </a:endParaRPr>
          </a:p>
        </p:txBody>
      </p:sp>
      <p:sp>
        <p:nvSpPr>
          <p:cNvPr id="12567" name="Google Shape;12567;p65"/>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71"/>
        <p:cNvGrpSpPr/>
        <p:nvPr/>
      </p:nvGrpSpPr>
      <p:grpSpPr>
        <a:xfrm>
          <a:off x="0" y="0"/>
          <a:ext cx="0" cy="0"/>
          <a:chOff x="0" y="0"/>
          <a:chExt cx="0" cy="0"/>
        </a:xfrm>
      </p:grpSpPr>
      <p:grpSp>
        <p:nvGrpSpPr>
          <p:cNvPr id="12572" name="Google Shape;12572;p66"/>
          <p:cNvGrpSpPr/>
          <p:nvPr/>
        </p:nvGrpSpPr>
        <p:grpSpPr>
          <a:xfrm>
            <a:off x="821808" y="1576858"/>
            <a:ext cx="347872" cy="347488"/>
            <a:chOff x="849677" y="1500658"/>
            <a:chExt cx="347872" cy="347488"/>
          </a:xfrm>
        </p:grpSpPr>
        <p:sp>
          <p:nvSpPr>
            <p:cNvPr id="12573" name="Google Shape;12573;p66"/>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6"/>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6"/>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66"/>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6"/>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6"/>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9" name="Google Shape;12579;p66"/>
          <p:cNvGrpSpPr/>
          <p:nvPr/>
        </p:nvGrpSpPr>
        <p:grpSpPr>
          <a:xfrm>
            <a:off x="1387984" y="1576858"/>
            <a:ext cx="315872" cy="347488"/>
            <a:chOff x="1415853" y="1500658"/>
            <a:chExt cx="315872" cy="347488"/>
          </a:xfrm>
        </p:grpSpPr>
        <p:sp>
          <p:nvSpPr>
            <p:cNvPr id="12580" name="Google Shape;12580;p66"/>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6"/>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6"/>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6"/>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4" name="Google Shape;12584;p66"/>
          <p:cNvGrpSpPr/>
          <p:nvPr/>
        </p:nvGrpSpPr>
        <p:grpSpPr>
          <a:xfrm>
            <a:off x="4669520" y="1576858"/>
            <a:ext cx="347520" cy="347104"/>
            <a:chOff x="4697389" y="1500658"/>
            <a:chExt cx="347520" cy="347104"/>
          </a:xfrm>
        </p:grpSpPr>
        <p:sp>
          <p:nvSpPr>
            <p:cNvPr id="12585" name="Google Shape;12585;p66"/>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6"/>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6"/>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8" name="Google Shape;12588;p66"/>
          <p:cNvGrpSpPr/>
          <p:nvPr/>
        </p:nvGrpSpPr>
        <p:grpSpPr>
          <a:xfrm>
            <a:off x="3575664" y="2041146"/>
            <a:ext cx="347520" cy="353760"/>
            <a:chOff x="3603533" y="1964946"/>
            <a:chExt cx="347520" cy="353760"/>
          </a:xfrm>
        </p:grpSpPr>
        <p:sp>
          <p:nvSpPr>
            <p:cNvPr id="12589" name="Google Shape;12589;p66"/>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6"/>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6"/>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2" name="Google Shape;12592;p66"/>
          <p:cNvGrpSpPr/>
          <p:nvPr/>
        </p:nvGrpSpPr>
        <p:grpSpPr>
          <a:xfrm>
            <a:off x="1922896" y="2040538"/>
            <a:ext cx="357792" cy="352448"/>
            <a:chOff x="1950765" y="1964338"/>
            <a:chExt cx="357792" cy="352448"/>
          </a:xfrm>
        </p:grpSpPr>
        <p:sp>
          <p:nvSpPr>
            <p:cNvPr id="12593" name="Google Shape;12593;p66"/>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6"/>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6"/>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6"/>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7" name="Google Shape;12597;p66"/>
          <p:cNvGrpSpPr/>
          <p:nvPr/>
        </p:nvGrpSpPr>
        <p:grpSpPr>
          <a:xfrm>
            <a:off x="7407760" y="2040890"/>
            <a:ext cx="367712" cy="353248"/>
            <a:chOff x="7435629" y="1964690"/>
            <a:chExt cx="367712" cy="353248"/>
          </a:xfrm>
        </p:grpSpPr>
        <p:sp>
          <p:nvSpPr>
            <p:cNvPr id="12598" name="Google Shape;12598;p66"/>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6"/>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6"/>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6"/>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2" name="Google Shape;12602;p66"/>
          <p:cNvGrpSpPr/>
          <p:nvPr/>
        </p:nvGrpSpPr>
        <p:grpSpPr>
          <a:xfrm>
            <a:off x="2484880" y="2041242"/>
            <a:ext cx="333024" cy="352896"/>
            <a:chOff x="2512749" y="1965042"/>
            <a:chExt cx="333024" cy="352896"/>
          </a:xfrm>
        </p:grpSpPr>
        <p:sp>
          <p:nvSpPr>
            <p:cNvPr id="12603" name="Google Shape;12603;p66"/>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6"/>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6"/>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6"/>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6"/>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8" name="Google Shape;12608;p66"/>
          <p:cNvGrpSpPr/>
          <p:nvPr/>
        </p:nvGrpSpPr>
        <p:grpSpPr>
          <a:xfrm>
            <a:off x="1370448" y="2057978"/>
            <a:ext cx="365792" cy="335392"/>
            <a:chOff x="1398317" y="1981778"/>
            <a:chExt cx="365792" cy="335392"/>
          </a:xfrm>
        </p:grpSpPr>
        <p:sp>
          <p:nvSpPr>
            <p:cNvPr id="12609" name="Google Shape;12609;p66"/>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6"/>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6"/>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6"/>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6"/>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6"/>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5" name="Google Shape;12615;p66"/>
          <p:cNvGrpSpPr/>
          <p:nvPr/>
        </p:nvGrpSpPr>
        <p:grpSpPr>
          <a:xfrm>
            <a:off x="3024368" y="2079770"/>
            <a:ext cx="353600" cy="314752"/>
            <a:chOff x="3052237" y="2003570"/>
            <a:chExt cx="353600" cy="314752"/>
          </a:xfrm>
        </p:grpSpPr>
        <p:sp>
          <p:nvSpPr>
            <p:cNvPr id="12616" name="Google Shape;12616;p66"/>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6"/>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6"/>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9" name="Google Shape;12619;p66"/>
          <p:cNvGrpSpPr/>
          <p:nvPr/>
        </p:nvGrpSpPr>
        <p:grpSpPr>
          <a:xfrm>
            <a:off x="1376144" y="3034266"/>
            <a:ext cx="368096" cy="223968"/>
            <a:chOff x="1404013" y="2958066"/>
            <a:chExt cx="368096" cy="223968"/>
          </a:xfrm>
        </p:grpSpPr>
        <p:sp>
          <p:nvSpPr>
            <p:cNvPr id="12620" name="Google Shape;12620;p66"/>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66"/>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2" name="Google Shape;12622;p66"/>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6"/>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4" name="Google Shape;12624;p66"/>
          <p:cNvGrpSpPr/>
          <p:nvPr/>
        </p:nvGrpSpPr>
        <p:grpSpPr>
          <a:xfrm>
            <a:off x="1923280" y="2961402"/>
            <a:ext cx="370368" cy="367328"/>
            <a:chOff x="1951149" y="2885202"/>
            <a:chExt cx="370368" cy="367328"/>
          </a:xfrm>
        </p:grpSpPr>
        <p:sp>
          <p:nvSpPr>
            <p:cNvPr id="12625" name="Google Shape;12625;p66"/>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6"/>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6"/>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66"/>
          <p:cNvGrpSpPr/>
          <p:nvPr/>
        </p:nvGrpSpPr>
        <p:grpSpPr>
          <a:xfrm>
            <a:off x="2473808" y="2982362"/>
            <a:ext cx="367328" cy="327296"/>
            <a:chOff x="2501677" y="2906162"/>
            <a:chExt cx="367328" cy="327296"/>
          </a:xfrm>
        </p:grpSpPr>
        <p:sp>
          <p:nvSpPr>
            <p:cNvPr id="12629" name="Google Shape;12629;p66"/>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6"/>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6"/>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2" name="Google Shape;12632;p66"/>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33" name="Google Shape;12633;p66"/>
          <p:cNvGrpSpPr/>
          <p:nvPr/>
        </p:nvGrpSpPr>
        <p:grpSpPr>
          <a:xfrm>
            <a:off x="3022448" y="2969914"/>
            <a:ext cx="367712" cy="354240"/>
            <a:chOff x="3050317" y="2893714"/>
            <a:chExt cx="367712" cy="354240"/>
          </a:xfrm>
        </p:grpSpPr>
        <p:sp>
          <p:nvSpPr>
            <p:cNvPr id="12634" name="Google Shape;12634;p66"/>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6"/>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6" name="Google Shape;12636;p66"/>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66"/>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38" name="Google Shape;12638;p66"/>
          <p:cNvGrpSpPr/>
          <p:nvPr/>
        </p:nvGrpSpPr>
        <p:grpSpPr>
          <a:xfrm>
            <a:off x="7503408" y="2962554"/>
            <a:ext cx="185184" cy="367296"/>
            <a:chOff x="7531277" y="2886354"/>
            <a:chExt cx="185184" cy="367296"/>
          </a:xfrm>
        </p:grpSpPr>
        <p:sp>
          <p:nvSpPr>
            <p:cNvPr id="12639" name="Google Shape;12639;p66"/>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6"/>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6"/>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66"/>
          <p:cNvGrpSpPr/>
          <p:nvPr/>
        </p:nvGrpSpPr>
        <p:grpSpPr>
          <a:xfrm>
            <a:off x="6898768" y="2962938"/>
            <a:ext cx="297184" cy="367296"/>
            <a:chOff x="6926637" y="2886738"/>
            <a:chExt cx="297184" cy="367296"/>
          </a:xfrm>
        </p:grpSpPr>
        <p:sp>
          <p:nvSpPr>
            <p:cNvPr id="12643" name="Google Shape;12643;p66"/>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6"/>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6"/>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46" name="Google Shape;12646;p66"/>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6"/>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8" name="Google Shape;12648;p66"/>
          <p:cNvGrpSpPr/>
          <p:nvPr/>
        </p:nvGrpSpPr>
        <p:grpSpPr>
          <a:xfrm>
            <a:off x="6312784" y="2962554"/>
            <a:ext cx="370368" cy="368064"/>
            <a:chOff x="6340653" y="2886354"/>
            <a:chExt cx="370368" cy="368064"/>
          </a:xfrm>
        </p:grpSpPr>
        <p:sp>
          <p:nvSpPr>
            <p:cNvPr id="12649" name="Google Shape;12649;p66"/>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6"/>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6"/>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6"/>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6"/>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6"/>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5" name="Google Shape;12655;p66"/>
          <p:cNvGrpSpPr/>
          <p:nvPr/>
        </p:nvGrpSpPr>
        <p:grpSpPr>
          <a:xfrm>
            <a:off x="5218928" y="2057626"/>
            <a:ext cx="354752" cy="336512"/>
            <a:chOff x="5246797" y="1981426"/>
            <a:chExt cx="354752" cy="336512"/>
          </a:xfrm>
        </p:grpSpPr>
        <p:sp>
          <p:nvSpPr>
            <p:cNvPr id="12656" name="Google Shape;12656;p66"/>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6"/>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8" name="Google Shape;12658;p66"/>
          <p:cNvGrpSpPr/>
          <p:nvPr/>
        </p:nvGrpSpPr>
        <p:grpSpPr>
          <a:xfrm>
            <a:off x="4120880" y="2178266"/>
            <a:ext cx="355136" cy="216256"/>
            <a:chOff x="4148749" y="2102066"/>
            <a:chExt cx="355136" cy="216256"/>
          </a:xfrm>
        </p:grpSpPr>
        <p:sp>
          <p:nvSpPr>
            <p:cNvPr id="12659" name="Google Shape;12659;p66"/>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6"/>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66"/>
          <p:cNvGrpSpPr/>
          <p:nvPr/>
        </p:nvGrpSpPr>
        <p:grpSpPr>
          <a:xfrm>
            <a:off x="5766800" y="2077626"/>
            <a:ext cx="354752" cy="315360"/>
            <a:chOff x="5794669" y="2001426"/>
            <a:chExt cx="354752" cy="315360"/>
          </a:xfrm>
        </p:grpSpPr>
        <p:sp>
          <p:nvSpPr>
            <p:cNvPr id="12662" name="Google Shape;12662;p66"/>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6"/>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4" name="Google Shape;12664;p66"/>
          <p:cNvGrpSpPr/>
          <p:nvPr/>
        </p:nvGrpSpPr>
        <p:grpSpPr>
          <a:xfrm>
            <a:off x="6317360" y="2106042"/>
            <a:ext cx="352832" cy="289216"/>
            <a:chOff x="6345229" y="2029842"/>
            <a:chExt cx="352832" cy="289216"/>
          </a:xfrm>
        </p:grpSpPr>
        <p:sp>
          <p:nvSpPr>
            <p:cNvPr id="12665" name="Google Shape;12665;p66"/>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66"/>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7" name="Google Shape;12667;p66"/>
          <p:cNvGrpSpPr/>
          <p:nvPr/>
        </p:nvGrpSpPr>
        <p:grpSpPr>
          <a:xfrm>
            <a:off x="4669520" y="2112538"/>
            <a:ext cx="354752" cy="281984"/>
            <a:chOff x="4697389" y="2036338"/>
            <a:chExt cx="354752" cy="281984"/>
          </a:xfrm>
        </p:grpSpPr>
        <p:sp>
          <p:nvSpPr>
            <p:cNvPr id="12668" name="Google Shape;12668;p66"/>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6"/>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0" name="Google Shape;12670;p66"/>
          <p:cNvGrpSpPr/>
          <p:nvPr/>
        </p:nvGrpSpPr>
        <p:grpSpPr>
          <a:xfrm>
            <a:off x="1376144" y="2500954"/>
            <a:ext cx="353600" cy="354944"/>
            <a:chOff x="1404013" y="2424754"/>
            <a:chExt cx="353600" cy="354944"/>
          </a:xfrm>
        </p:grpSpPr>
        <p:sp>
          <p:nvSpPr>
            <p:cNvPr id="12671" name="Google Shape;12671;p66"/>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6"/>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6"/>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6"/>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6"/>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66"/>
          <p:cNvGrpSpPr/>
          <p:nvPr/>
        </p:nvGrpSpPr>
        <p:grpSpPr>
          <a:xfrm>
            <a:off x="826384" y="2504474"/>
            <a:ext cx="355104" cy="351040"/>
            <a:chOff x="854253" y="2428274"/>
            <a:chExt cx="355104" cy="351040"/>
          </a:xfrm>
        </p:grpSpPr>
        <p:sp>
          <p:nvSpPr>
            <p:cNvPr id="12677" name="Google Shape;12677;p66"/>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6"/>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9" name="Google Shape;12679;p66"/>
          <p:cNvGrpSpPr/>
          <p:nvPr/>
        </p:nvGrpSpPr>
        <p:grpSpPr>
          <a:xfrm>
            <a:off x="6869040" y="2517146"/>
            <a:ext cx="354752" cy="275904"/>
            <a:chOff x="6896909" y="2440946"/>
            <a:chExt cx="354752" cy="275904"/>
          </a:xfrm>
        </p:grpSpPr>
        <p:sp>
          <p:nvSpPr>
            <p:cNvPr id="12680" name="Google Shape;12680;p66"/>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6"/>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2" name="Google Shape;12682;p66"/>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3" name="Google Shape;12683;p66"/>
          <p:cNvGrpSpPr/>
          <p:nvPr/>
        </p:nvGrpSpPr>
        <p:grpSpPr>
          <a:xfrm>
            <a:off x="5237200" y="2500954"/>
            <a:ext cx="321984" cy="354560"/>
            <a:chOff x="5265069" y="2424754"/>
            <a:chExt cx="321984" cy="354560"/>
          </a:xfrm>
        </p:grpSpPr>
        <p:sp>
          <p:nvSpPr>
            <p:cNvPr id="12684" name="Google Shape;12684;p66"/>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66"/>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66"/>
          <p:cNvGrpSpPr/>
          <p:nvPr/>
        </p:nvGrpSpPr>
        <p:grpSpPr>
          <a:xfrm>
            <a:off x="4122800" y="2542970"/>
            <a:ext cx="355104" cy="259584"/>
            <a:chOff x="4150669" y="2466770"/>
            <a:chExt cx="355104" cy="259584"/>
          </a:xfrm>
        </p:grpSpPr>
        <p:sp>
          <p:nvSpPr>
            <p:cNvPr id="12687" name="Google Shape;12687;p66"/>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6"/>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6"/>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6"/>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66"/>
          <p:cNvGrpSpPr/>
          <p:nvPr/>
        </p:nvGrpSpPr>
        <p:grpSpPr>
          <a:xfrm>
            <a:off x="4671824" y="2501146"/>
            <a:ext cx="354336" cy="353984"/>
            <a:chOff x="4699693" y="2424946"/>
            <a:chExt cx="354336" cy="353984"/>
          </a:xfrm>
        </p:grpSpPr>
        <p:sp>
          <p:nvSpPr>
            <p:cNvPr id="12692" name="Google Shape;12692;p66"/>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6"/>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4" name="Google Shape;12694;p66"/>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6"/>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6" name="Google Shape;12696;p66"/>
          <p:cNvGrpSpPr/>
          <p:nvPr/>
        </p:nvGrpSpPr>
        <p:grpSpPr>
          <a:xfrm>
            <a:off x="1925168" y="2628442"/>
            <a:ext cx="355136" cy="227072"/>
            <a:chOff x="1953037" y="2552242"/>
            <a:chExt cx="355136" cy="227072"/>
          </a:xfrm>
        </p:grpSpPr>
        <p:sp>
          <p:nvSpPr>
            <p:cNvPr id="12697" name="Google Shape;12697;p66"/>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66"/>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66"/>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66"/>
          <p:cNvGrpSpPr/>
          <p:nvPr/>
        </p:nvGrpSpPr>
        <p:grpSpPr>
          <a:xfrm>
            <a:off x="2473072" y="2603418"/>
            <a:ext cx="355104" cy="250944"/>
            <a:chOff x="2500941" y="2527218"/>
            <a:chExt cx="355104" cy="250944"/>
          </a:xfrm>
        </p:grpSpPr>
        <p:sp>
          <p:nvSpPr>
            <p:cNvPr id="12701" name="Google Shape;12701;p66"/>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66"/>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6"/>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6"/>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6"/>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6" name="Google Shape;12706;p66"/>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7" name="Google Shape;12707;p66"/>
          <p:cNvGrpSpPr/>
          <p:nvPr/>
        </p:nvGrpSpPr>
        <p:grpSpPr>
          <a:xfrm>
            <a:off x="7965936" y="2503322"/>
            <a:ext cx="356256" cy="351808"/>
            <a:chOff x="7993805" y="2427122"/>
            <a:chExt cx="356256" cy="351808"/>
          </a:xfrm>
        </p:grpSpPr>
        <p:sp>
          <p:nvSpPr>
            <p:cNvPr id="12708" name="Google Shape;12708;p66"/>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6"/>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6"/>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66"/>
          <p:cNvGrpSpPr/>
          <p:nvPr/>
        </p:nvGrpSpPr>
        <p:grpSpPr>
          <a:xfrm>
            <a:off x="850768" y="2041210"/>
            <a:ext cx="308640" cy="353312"/>
            <a:chOff x="878637" y="1965010"/>
            <a:chExt cx="308640" cy="353312"/>
          </a:xfrm>
        </p:grpSpPr>
        <p:sp>
          <p:nvSpPr>
            <p:cNvPr id="12712" name="Google Shape;12712;p66"/>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6"/>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6"/>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66"/>
          <p:cNvGrpSpPr/>
          <p:nvPr/>
        </p:nvGrpSpPr>
        <p:grpSpPr>
          <a:xfrm>
            <a:off x="6868272" y="2040922"/>
            <a:ext cx="348256" cy="352448"/>
            <a:chOff x="6896141" y="1964722"/>
            <a:chExt cx="348256" cy="352448"/>
          </a:xfrm>
        </p:grpSpPr>
        <p:sp>
          <p:nvSpPr>
            <p:cNvPr id="12716" name="Google Shape;12716;p66"/>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6"/>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6"/>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9" name="Google Shape;12719;p66"/>
          <p:cNvGrpSpPr/>
          <p:nvPr/>
        </p:nvGrpSpPr>
        <p:grpSpPr>
          <a:xfrm>
            <a:off x="7962128" y="2091578"/>
            <a:ext cx="355136" cy="303328"/>
            <a:chOff x="7989997" y="2015378"/>
            <a:chExt cx="355136" cy="303328"/>
          </a:xfrm>
        </p:grpSpPr>
        <p:sp>
          <p:nvSpPr>
            <p:cNvPr id="12720" name="Google Shape;12720;p66"/>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66"/>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66"/>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3" name="Google Shape;12723;p66"/>
          <p:cNvGrpSpPr/>
          <p:nvPr/>
        </p:nvGrpSpPr>
        <p:grpSpPr>
          <a:xfrm>
            <a:off x="3570352" y="1585562"/>
            <a:ext cx="348640" cy="330784"/>
            <a:chOff x="3598221" y="1509362"/>
            <a:chExt cx="348640" cy="330784"/>
          </a:xfrm>
        </p:grpSpPr>
        <p:sp>
          <p:nvSpPr>
            <p:cNvPr id="12724" name="Google Shape;12724;p66"/>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6"/>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6"/>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66"/>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8" name="Google Shape;12728;p66"/>
          <p:cNvGrpSpPr/>
          <p:nvPr/>
        </p:nvGrpSpPr>
        <p:grpSpPr>
          <a:xfrm>
            <a:off x="5218928" y="1576858"/>
            <a:ext cx="347872" cy="347488"/>
            <a:chOff x="5246797" y="1500658"/>
            <a:chExt cx="347872" cy="347488"/>
          </a:xfrm>
        </p:grpSpPr>
        <p:sp>
          <p:nvSpPr>
            <p:cNvPr id="12729" name="Google Shape;12729;p66"/>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6"/>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6"/>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6"/>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66"/>
          <p:cNvGrpSpPr/>
          <p:nvPr/>
        </p:nvGrpSpPr>
        <p:grpSpPr>
          <a:xfrm>
            <a:off x="5768720" y="1576858"/>
            <a:ext cx="349024" cy="346752"/>
            <a:chOff x="5796589" y="1500658"/>
            <a:chExt cx="349024" cy="346752"/>
          </a:xfrm>
        </p:grpSpPr>
        <p:sp>
          <p:nvSpPr>
            <p:cNvPr id="12734" name="Google Shape;12734;p66"/>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35" name="Google Shape;12735;p66"/>
            <p:cNvGrpSpPr/>
            <p:nvPr/>
          </p:nvGrpSpPr>
          <p:grpSpPr>
            <a:xfrm>
              <a:off x="5796589" y="1500658"/>
              <a:ext cx="349024" cy="346752"/>
              <a:chOff x="5796589" y="1500658"/>
              <a:chExt cx="349024" cy="346752"/>
            </a:xfrm>
          </p:grpSpPr>
          <p:sp>
            <p:nvSpPr>
              <p:cNvPr id="12736" name="Google Shape;12736;p66"/>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6"/>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6"/>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6"/>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40" name="Google Shape;12740;p66"/>
          <p:cNvGrpSpPr/>
          <p:nvPr/>
        </p:nvGrpSpPr>
        <p:grpSpPr>
          <a:xfrm>
            <a:off x="6867504" y="1578778"/>
            <a:ext cx="348640" cy="343296"/>
            <a:chOff x="6895373" y="1502578"/>
            <a:chExt cx="348640" cy="343296"/>
          </a:xfrm>
        </p:grpSpPr>
        <p:sp>
          <p:nvSpPr>
            <p:cNvPr id="12741" name="Google Shape;12741;p66"/>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6"/>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6"/>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66"/>
          <p:cNvGrpSpPr/>
          <p:nvPr/>
        </p:nvGrpSpPr>
        <p:grpSpPr>
          <a:xfrm>
            <a:off x="4119728" y="1581658"/>
            <a:ext cx="347904" cy="336992"/>
            <a:chOff x="4147597" y="1505458"/>
            <a:chExt cx="347904" cy="336992"/>
          </a:xfrm>
        </p:grpSpPr>
        <p:sp>
          <p:nvSpPr>
            <p:cNvPr id="12745" name="Google Shape;12745;p66"/>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66"/>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6"/>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6"/>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6"/>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6"/>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6"/>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66"/>
          <p:cNvGrpSpPr/>
          <p:nvPr/>
        </p:nvGrpSpPr>
        <p:grpSpPr>
          <a:xfrm>
            <a:off x="2471536" y="1576090"/>
            <a:ext cx="347488" cy="348256"/>
            <a:chOff x="2499405" y="1499890"/>
            <a:chExt cx="347488" cy="348256"/>
          </a:xfrm>
        </p:grpSpPr>
        <p:sp>
          <p:nvSpPr>
            <p:cNvPr id="12753" name="Google Shape;12753;p66"/>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6"/>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6"/>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6"/>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6"/>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66"/>
          <p:cNvGrpSpPr/>
          <p:nvPr/>
        </p:nvGrpSpPr>
        <p:grpSpPr>
          <a:xfrm>
            <a:off x="1928976" y="1576698"/>
            <a:ext cx="331520" cy="348032"/>
            <a:chOff x="1956845" y="1500498"/>
            <a:chExt cx="331520" cy="348032"/>
          </a:xfrm>
        </p:grpSpPr>
        <p:sp>
          <p:nvSpPr>
            <p:cNvPr id="12759" name="Google Shape;12759;p66"/>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6"/>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6"/>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6"/>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6"/>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66"/>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6"/>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6"/>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6"/>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6"/>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6"/>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6"/>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1" name="Google Shape;12771;p66"/>
          <p:cNvGrpSpPr/>
          <p:nvPr/>
        </p:nvGrpSpPr>
        <p:grpSpPr>
          <a:xfrm>
            <a:off x="6317744" y="1626074"/>
            <a:ext cx="348640" cy="250656"/>
            <a:chOff x="6345613" y="1549874"/>
            <a:chExt cx="348640" cy="250656"/>
          </a:xfrm>
        </p:grpSpPr>
        <p:sp>
          <p:nvSpPr>
            <p:cNvPr id="12772" name="Google Shape;12772;p66"/>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6"/>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6"/>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6"/>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6"/>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6"/>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8" name="Google Shape;12778;p66"/>
          <p:cNvGrpSpPr/>
          <p:nvPr/>
        </p:nvGrpSpPr>
        <p:grpSpPr>
          <a:xfrm>
            <a:off x="7416912" y="1583226"/>
            <a:ext cx="348640" cy="334272"/>
            <a:chOff x="7444781" y="1507026"/>
            <a:chExt cx="348640" cy="334272"/>
          </a:xfrm>
        </p:grpSpPr>
        <p:sp>
          <p:nvSpPr>
            <p:cNvPr id="12779" name="Google Shape;12779;p66"/>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6"/>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66"/>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66"/>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6"/>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66"/>
          <p:cNvGrpSpPr/>
          <p:nvPr/>
        </p:nvGrpSpPr>
        <p:grpSpPr>
          <a:xfrm>
            <a:off x="7967472" y="1582938"/>
            <a:ext cx="347872" cy="334944"/>
            <a:chOff x="7995341" y="1506738"/>
            <a:chExt cx="347872" cy="334944"/>
          </a:xfrm>
        </p:grpSpPr>
        <p:sp>
          <p:nvSpPr>
            <p:cNvPr id="12785" name="Google Shape;12785;p66"/>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6"/>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6"/>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6"/>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6"/>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6"/>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1" name="Google Shape;12791;p66"/>
          <p:cNvGrpSpPr/>
          <p:nvPr/>
        </p:nvGrpSpPr>
        <p:grpSpPr>
          <a:xfrm>
            <a:off x="3020176" y="1599130"/>
            <a:ext cx="347872" cy="303904"/>
            <a:chOff x="3048045" y="1522930"/>
            <a:chExt cx="347872" cy="303904"/>
          </a:xfrm>
        </p:grpSpPr>
        <p:sp>
          <p:nvSpPr>
            <p:cNvPr id="12792" name="Google Shape;12792;p6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3" name="Google Shape;12793;p66"/>
            <p:cNvGrpSpPr/>
            <p:nvPr/>
          </p:nvGrpSpPr>
          <p:grpSpPr>
            <a:xfrm>
              <a:off x="3048045" y="1522930"/>
              <a:ext cx="347872" cy="303904"/>
              <a:chOff x="3048045" y="1522930"/>
              <a:chExt cx="347872" cy="303904"/>
            </a:xfrm>
          </p:grpSpPr>
          <p:sp>
            <p:nvSpPr>
              <p:cNvPr id="12794" name="Google Shape;12794;p66"/>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6"/>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96" name="Google Shape;12796;p66"/>
          <p:cNvGrpSpPr/>
          <p:nvPr/>
        </p:nvGrpSpPr>
        <p:grpSpPr>
          <a:xfrm>
            <a:off x="1105264" y="3428122"/>
            <a:ext cx="313984" cy="358560"/>
            <a:chOff x="1133133" y="3351922"/>
            <a:chExt cx="313984" cy="358560"/>
          </a:xfrm>
        </p:grpSpPr>
        <p:sp>
          <p:nvSpPr>
            <p:cNvPr id="12797" name="Google Shape;12797;p66"/>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6"/>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6"/>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6"/>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6"/>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6"/>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6"/>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6"/>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6"/>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6"/>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6"/>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6"/>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66"/>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6"/>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6"/>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6"/>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3" name="Google Shape;12813;p66"/>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4" name="Google Shape;12814;p66"/>
          <p:cNvGrpSpPr/>
          <p:nvPr/>
        </p:nvGrpSpPr>
        <p:grpSpPr>
          <a:xfrm>
            <a:off x="2767184" y="3428794"/>
            <a:ext cx="288448" cy="357120"/>
            <a:chOff x="2795053" y="3352594"/>
            <a:chExt cx="288448" cy="357120"/>
          </a:xfrm>
        </p:grpSpPr>
        <p:sp>
          <p:nvSpPr>
            <p:cNvPr id="12815" name="Google Shape;12815;p66"/>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6"/>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6"/>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6"/>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6"/>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66"/>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66"/>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6"/>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6"/>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66"/>
          <p:cNvGrpSpPr/>
          <p:nvPr/>
        </p:nvGrpSpPr>
        <p:grpSpPr>
          <a:xfrm>
            <a:off x="2208656" y="3429402"/>
            <a:ext cx="304832" cy="356512"/>
            <a:chOff x="2236525" y="3353202"/>
            <a:chExt cx="304832" cy="356512"/>
          </a:xfrm>
        </p:grpSpPr>
        <p:sp>
          <p:nvSpPr>
            <p:cNvPr id="12825" name="Google Shape;12825;p66"/>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6"/>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6"/>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8" name="Google Shape;12828;p66"/>
          <p:cNvGrpSpPr/>
          <p:nvPr/>
        </p:nvGrpSpPr>
        <p:grpSpPr>
          <a:xfrm>
            <a:off x="3882768" y="3428890"/>
            <a:ext cx="256800" cy="357024"/>
            <a:chOff x="3910637" y="3352690"/>
            <a:chExt cx="256800" cy="357024"/>
          </a:xfrm>
        </p:grpSpPr>
        <p:sp>
          <p:nvSpPr>
            <p:cNvPr id="12829" name="Google Shape;12829;p66"/>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6"/>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66"/>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2" name="Google Shape;12832;p66"/>
          <p:cNvGrpSpPr/>
          <p:nvPr/>
        </p:nvGrpSpPr>
        <p:grpSpPr>
          <a:xfrm>
            <a:off x="6028560" y="3428122"/>
            <a:ext cx="360064" cy="360096"/>
            <a:chOff x="6056429" y="3351922"/>
            <a:chExt cx="360064" cy="360096"/>
          </a:xfrm>
        </p:grpSpPr>
        <p:sp>
          <p:nvSpPr>
            <p:cNvPr id="12833" name="Google Shape;12833;p66"/>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6"/>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6"/>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6" name="Google Shape;12836;p66"/>
          <p:cNvGrpSpPr/>
          <p:nvPr/>
        </p:nvGrpSpPr>
        <p:grpSpPr>
          <a:xfrm>
            <a:off x="6581008" y="3429274"/>
            <a:ext cx="357408" cy="357408"/>
            <a:chOff x="6608877" y="3353074"/>
            <a:chExt cx="357408" cy="357408"/>
          </a:xfrm>
        </p:grpSpPr>
        <p:sp>
          <p:nvSpPr>
            <p:cNvPr id="12837" name="Google Shape;12837;p66"/>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66"/>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66"/>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6"/>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6"/>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66"/>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66"/>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4" name="Google Shape;12844;p66"/>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6"/>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46" name="Google Shape;12846;p66"/>
          <p:cNvGrpSpPr/>
          <p:nvPr/>
        </p:nvGrpSpPr>
        <p:grpSpPr>
          <a:xfrm>
            <a:off x="4931664" y="3446426"/>
            <a:ext cx="357408" cy="323488"/>
            <a:chOff x="4959533" y="3370226"/>
            <a:chExt cx="357408" cy="323488"/>
          </a:xfrm>
        </p:grpSpPr>
        <p:sp>
          <p:nvSpPr>
            <p:cNvPr id="12847" name="Google Shape;12847;p66"/>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66"/>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9" name="Google Shape;12849;p66"/>
          <p:cNvGrpSpPr/>
          <p:nvPr/>
        </p:nvGrpSpPr>
        <p:grpSpPr>
          <a:xfrm>
            <a:off x="7130768" y="3429274"/>
            <a:ext cx="357056" cy="357408"/>
            <a:chOff x="7158637" y="3353074"/>
            <a:chExt cx="357056" cy="357408"/>
          </a:xfrm>
        </p:grpSpPr>
        <p:sp>
          <p:nvSpPr>
            <p:cNvPr id="12850" name="Google Shape;12850;p66"/>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6"/>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6"/>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6"/>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66"/>
          <p:cNvGrpSpPr/>
          <p:nvPr/>
        </p:nvGrpSpPr>
        <p:grpSpPr>
          <a:xfrm>
            <a:off x="3288400" y="3428602"/>
            <a:ext cx="344832" cy="356544"/>
            <a:chOff x="3316269" y="3352402"/>
            <a:chExt cx="344832" cy="356544"/>
          </a:xfrm>
        </p:grpSpPr>
        <p:sp>
          <p:nvSpPr>
            <p:cNvPr id="12855" name="Google Shape;12855;p66"/>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6"/>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6"/>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8" name="Google Shape;12858;p66"/>
          <p:cNvGrpSpPr/>
          <p:nvPr/>
        </p:nvGrpSpPr>
        <p:grpSpPr>
          <a:xfrm>
            <a:off x="5481040" y="3447706"/>
            <a:ext cx="358560" cy="319552"/>
            <a:chOff x="5508909" y="3371506"/>
            <a:chExt cx="358560" cy="319552"/>
          </a:xfrm>
        </p:grpSpPr>
        <p:sp>
          <p:nvSpPr>
            <p:cNvPr id="12859" name="Google Shape;12859;p66"/>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6"/>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6"/>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6"/>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6"/>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66"/>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66"/>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6"/>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66"/>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66"/>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9" name="Google Shape;12869;p6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73"/>
        <p:cNvGrpSpPr/>
        <p:nvPr/>
      </p:nvGrpSpPr>
      <p:grpSpPr>
        <a:xfrm>
          <a:off x="0" y="0"/>
          <a:ext cx="0" cy="0"/>
          <a:chOff x="0" y="0"/>
          <a:chExt cx="0" cy="0"/>
        </a:xfrm>
      </p:grpSpPr>
      <p:sp>
        <p:nvSpPr>
          <p:cNvPr id="12874" name="Google Shape;12874;p67"/>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5" name="Google Shape;12875;p67"/>
          <p:cNvGrpSpPr/>
          <p:nvPr/>
        </p:nvGrpSpPr>
        <p:grpSpPr>
          <a:xfrm>
            <a:off x="3026217" y="3893352"/>
            <a:ext cx="346056" cy="345674"/>
            <a:chOff x="3303268" y="3817349"/>
            <a:chExt cx="346056" cy="345674"/>
          </a:xfrm>
        </p:grpSpPr>
        <p:sp>
          <p:nvSpPr>
            <p:cNvPr id="12876" name="Google Shape;12876;p67"/>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7"/>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7"/>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7"/>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67"/>
          <p:cNvGrpSpPr/>
          <p:nvPr/>
        </p:nvGrpSpPr>
        <p:grpSpPr>
          <a:xfrm>
            <a:off x="3475306" y="3893352"/>
            <a:ext cx="346056" cy="345674"/>
            <a:chOff x="3752358" y="3817349"/>
            <a:chExt cx="346056" cy="345674"/>
          </a:xfrm>
        </p:grpSpPr>
        <p:sp>
          <p:nvSpPr>
            <p:cNvPr id="12881" name="Google Shape;12881;p67"/>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7"/>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7"/>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7"/>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5" name="Google Shape;12885;p67"/>
          <p:cNvGrpSpPr/>
          <p:nvPr/>
        </p:nvGrpSpPr>
        <p:grpSpPr>
          <a:xfrm>
            <a:off x="4822956" y="3893352"/>
            <a:ext cx="346024" cy="345674"/>
            <a:chOff x="5100008" y="3817349"/>
            <a:chExt cx="346024" cy="345674"/>
          </a:xfrm>
        </p:grpSpPr>
        <p:sp>
          <p:nvSpPr>
            <p:cNvPr id="12886" name="Google Shape;12886;p67"/>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7"/>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7"/>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9" name="Google Shape;12889;p67"/>
          <p:cNvGrpSpPr/>
          <p:nvPr/>
        </p:nvGrpSpPr>
        <p:grpSpPr>
          <a:xfrm>
            <a:off x="5721867" y="3893352"/>
            <a:ext cx="345674" cy="345674"/>
            <a:chOff x="5998919" y="3817349"/>
            <a:chExt cx="345674" cy="345674"/>
          </a:xfrm>
        </p:grpSpPr>
        <p:sp>
          <p:nvSpPr>
            <p:cNvPr id="12890" name="Google Shape;12890;p67"/>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7"/>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7"/>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67"/>
          <p:cNvGrpSpPr/>
          <p:nvPr/>
        </p:nvGrpSpPr>
        <p:grpSpPr>
          <a:xfrm>
            <a:off x="3924396" y="3893352"/>
            <a:ext cx="346024" cy="345674"/>
            <a:chOff x="4201447" y="3817349"/>
            <a:chExt cx="346024" cy="345674"/>
          </a:xfrm>
        </p:grpSpPr>
        <p:sp>
          <p:nvSpPr>
            <p:cNvPr id="12894" name="Google Shape;12894;p67"/>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7"/>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67"/>
          <p:cNvGrpSpPr/>
          <p:nvPr/>
        </p:nvGrpSpPr>
        <p:grpSpPr>
          <a:xfrm>
            <a:off x="4373867" y="3893352"/>
            <a:ext cx="346024" cy="345674"/>
            <a:chOff x="4650919" y="3817349"/>
            <a:chExt cx="346024" cy="345674"/>
          </a:xfrm>
        </p:grpSpPr>
        <p:sp>
          <p:nvSpPr>
            <p:cNvPr id="12897" name="Google Shape;12897;p67"/>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7"/>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7"/>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67"/>
          <p:cNvGrpSpPr/>
          <p:nvPr/>
        </p:nvGrpSpPr>
        <p:grpSpPr>
          <a:xfrm>
            <a:off x="5272810" y="3893352"/>
            <a:ext cx="345642" cy="345674"/>
            <a:chOff x="5549861" y="3817349"/>
            <a:chExt cx="345642" cy="345674"/>
          </a:xfrm>
        </p:grpSpPr>
        <p:sp>
          <p:nvSpPr>
            <p:cNvPr id="12901" name="Google Shape;12901;p67"/>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7"/>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7"/>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4" name="Google Shape;12904;p67"/>
          <p:cNvGrpSpPr/>
          <p:nvPr/>
        </p:nvGrpSpPr>
        <p:grpSpPr>
          <a:xfrm>
            <a:off x="1281335" y="3474029"/>
            <a:ext cx="367255" cy="269855"/>
            <a:chOff x="1306445" y="3397829"/>
            <a:chExt cx="367255" cy="269855"/>
          </a:xfrm>
        </p:grpSpPr>
        <p:sp>
          <p:nvSpPr>
            <p:cNvPr id="12905" name="Google Shape;12905;p67"/>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7"/>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7"/>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7"/>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7"/>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7"/>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1" name="Google Shape;12911;p67"/>
          <p:cNvGrpSpPr/>
          <p:nvPr/>
        </p:nvGrpSpPr>
        <p:grpSpPr>
          <a:xfrm>
            <a:off x="1756207" y="3467600"/>
            <a:ext cx="367255" cy="282364"/>
            <a:chOff x="1781317" y="3391400"/>
            <a:chExt cx="367255" cy="282364"/>
          </a:xfrm>
        </p:grpSpPr>
        <p:sp>
          <p:nvSpPr>
            <p:cNvPr id="12912" name="Google Shape;12912;p67"/>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7"/>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7"/>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7"/>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7"/>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7"/>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8" name="Google Shape;12918;p67"/>
          <p:cNvGrpSpPr/>
          <p:nvPr/>
        </p:nvGrpSpPr>
        <p:grpSpPr>
          <a:xfrm>
            <a:off x="3653720" y="3447133"/>
            <a:ext cx="369164" cy="323297"/>
            <a:chOff x="3678830" y="3370933"/>
            <a:chExt cx="369164" cy="323297"/>
          </a:xfrm>
        </p:grpSpPr>
        <p:sp>
          <p:nvSpPr>
            <p:cNvPr id="12919" name="Google Shape;12919;p67"/>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7"/>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7"/>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7"/>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7"/>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7"/>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7"/>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7"/>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7"/>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7"/>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7"/>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0" name="Google Shape;12930;p67"/>
          <p:cNvGrpSpPr/>
          <p:nvPr/>
        </p:nvGrpSpPr>
        <p:grpSpPr>
          <a:xfrm>
            <a:off x="834155" y="3424375"/>
            <a:ext cx="312316" cy="368400"/>
            <a:chOff x="859265" y="3348175"/>
            <a:chExt cx="312316" cy="368400"/>
          </a:xfrm>
        </p:grpSpPr>
        <p:sp>
          <p:nvSpPr>
            <p:cNvPr id="12931" name="Google Shape;12931;p67"/>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7"/>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7"/>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7"/>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7"/>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36" name="Google Shape;12936;p67"/>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7" name="Google Shape;12937;p67"/>
          <p:cNvGrpSpPr/>
          <p:nvPr/>
        </p:nvGrpSpPr>
        <p:grpSpPr>
          <a:xfrm>
            <a:off x="2741264" y="3437213"/>
            <a:ext cx="330110" cy="308908"/>
            <a:chOff x="2766264" y="3394042"/>
            <a:chExt cx="294873" cy="275934"/>
          </a:xfrm>
        </p:grpSpPr>
        <p:sp>
          <p:nvSpPr>
            <p:cNvPr id="12938" name="Google Shape;12938;p67"/>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7"/>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7"/>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7"/>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2" name="Google Shape;12942;p67"/>
          <p:cNvGrpSpPr/>
          <p:nvPr/>
        </p:nvGrpSpPr>
        <p:grpSpPr>
          <a:xfrm>
            <a:off x="3189862" y="3435388"/>
            <a:ext cx="346406" cy="347552"/>
            <a:chOff x="3214972" y="3359188"/>
            <a:chExt cx="346406" cy="347552"/>
          </a:xfrm>
        </p:grpSpPr>
        <p:sp>
          <p:nvSpPr>
            <p:cNvPr id="12943" name="Google Shape;12943;p67"/>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7"/>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7"/>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7"/>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7"/>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7"/>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7"/>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7"/>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7"/>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7"/>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7"/>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7"/>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7"/>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7"/>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7" name="Google Shape;12957;p67"/>
          <p:cNvGrpSpPr/>
          <p:nvPr/>
        </p:nvGrpSpPr>
        <p:grpSpPr>
          <a:xfrm>
            <a:off x="4604196" y="3485393"/>
            <a:ext cx="367255" cy="244486"/>
            <a:chOff x="4629306" y="3409193"/>
            <a:chExt cx="367255" cy="244486"/>
          </a:xfrm>
        </p:grpSpPr>
        <p:sp>
          <p:nvSpPr>
            <p:cNvPr id="12958" name="Google Shape;12958;p67"/>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7"/>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7"/>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7"/>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7"/>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7"/>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7"/>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7"/>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7"/>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7"/>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8" name="Google Shape;12968;p67"/>
          <p:cNvGrpSpPr/>
          <p:nvPr/>
        </p:nvGrpSpPr>
        <p:grpSpPr>
          <a:xfrm>
            <a:off x="4168380" y="3426284"/>
            <a:ext cx="289939" cy="334661"/>
            <a:chOff x="4193490" y="3350084"/>
            <a:chExt cx="289939" cy="334661"/>
          </a:xfrm>
        </p:grpSpPr>
        <p:sp>
          <p:nvSpPr>
            <p:cNvPr id="12969" name="Google Shape;12969;p67"/>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7"/>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7"/>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7"/>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67"/>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7"/>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67"/>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7"/>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7"/>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7"/>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9" name="Google Shape;12979;p67"/>
          <p:cNvGrpSpPr/>
          <p:nvPr/>
        </p:nvGrpSpPr>
        <p:grpSpPr>
          <a:xfrm>
            <a:off x="6508171" y="3427430"/>
            <a:ext cx="357037" cy="357005"/>
            <a:chOff x="6533281" y="3351230"/>
            <a:chExt cx="357037" cy="357005"/>
          </a:xfrm>
        </p:grpSpPr>
        <p:sp>
          <p:nvSpPr>
            <p:cNvPr id="12980" name="Google Shape;12980;p67"/>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7"/>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7"/>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67"/>
          <p:cNvGrpSpPr/>
          <p:nvPr/>
        </p:nvGrpSpPr>
        <p:grpSpPr>
          <a:xfrm>
            <a:off x="6033331" y="3427430"/>
            <a:ext cx="357387" cy="357005"/>
            <a:chOff x="6058441" y="3351230"/>
            <a:chExt cx="357387" cy="357005"/>
          </a:xfrm>
        </p:grpSpPr>
        <p:sp>
          <p:nvSpPr>
            <p:cNvPr id="12984" name="Google Shape;12984;p67"/>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7"/>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67"/>
          <p:cNvGrpSpPr/>
          <p:nvPr/>
        </p:nvGrpSpPr>
        <p:grpSpPr>
          <a:xfrm>
            <a:off x="7932373" y="3427048"/>
            <a:ext cx="357387" cy="357387"/>
            <a:chOff x="7957483" y="3350848"/>
            <a:chExt cx="357387" cy="357387"/>
          </a:xfrm>
        </p:grpSpPr>
        <p:sp>
          <p:nvSpPr>
            <p:cNvPr id="12987" name="Google Shape;12987;p67"/>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7"/>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7"/>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0" name="Google Shape;12990;p67"/>
          <p:cNvGrpSpPr/>
          <p:nvPr/>
        </p:nvGrpSpPr>
        <p:grpSpPr>
          <a:xfrm>
            <a:off x="6982661" y="3427430"/>
            <a:ext cx="357387" cy="357005"/>
            <a:chOff x="7007771" y="3351230"/>
            <a:chExt cx="357387" cy="357005"/>
          </a:xfrm>
        </p:grpSpPr>
        <p:sp>
          <p:nvSpPr>
            <p:cNvPr id="12991" name="Google Shape;12991;p67"/>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7"/>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7"/>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7"/>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7"/>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67"/>
          <p:cNvGrpSpPr/>
          <p:nvPr/>
        </p:nvGrpSpPr>
        <p:grpSpPr>
          <a:xfrm>
            <a:off x="5083620" y="3427430"/>
            <a:ext cx="357005" cy="357005"/>
            <a:chOff x="5108729" y="3351230"/>
            <a:chExt cx="357005" cy="357005"/>
          </a:xfrm>
        </p:grpSpPr>
        <p:sp>
          <p:nvSpPr>
            <p:cNvPr id="12997" name="Google Shape;12997;p67"/>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7"/>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67"/>
          <p:cNvGrpSpPr/>
          <p:nvPr/>
        </p:nvGrpSpPr>
        <p:grpSpPr>
          <a:xfrm>
            <a:off x="5558459" y="3427430"/>
            <a:ext cx="357419" cy="357005"/>
            <a:chOff x="5583569" y="3351230"/>
            <a:chExt cx="357419" cy="357005"/>
          </a:xfrm>
        </p:grpSpPr>
        <p:sp>
          <p:nvSpPr>
            <p:cNvPr id="13000" name="Google Shape;13000;p67"/>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7"/>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2" name="Google Shape;13002;p67"/>
          <p:cNvGrpSpPr/>
          <p:nvPr/>
        </p:nvGrpSpPr>
        <p:grpSpPr>
          <a:xfrm>
            <a:off x="7457119" y="3427430"/>
            <a:ext cx="357419" cy="357005"/>
            <a:chOff x="7482229" y="3351230"/>
            <a:chExt cx="357419" cy="357005"/>
          </a:xfrm>
        </p:grpSpPr>
        <p:sp>
          <p:nvSpPr>
            <p:cNvPr id="13003" name="Google Shape;13003;p67"/>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7"/>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7"/>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7"/>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7"/>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8" name="Google Shape;13008;p67"/>
          <p:cNvGrpSpPr/>
          <p:nvPr/>
        </p:nvGrpSpPr>
        <p:grpSpPr>
          <a:xfrm>
            <a:off x="3739375" y="2966882"/>
            <a:ext cx="222874" cy="345737"/>
            <a:chOff x="3764485" y="2890682"/>
            <a:chExt cx="222874" cy="345737"/>
          </a:xfrm>
        </p:grpSpPr>
        <p:sp>
          <p:nvSpPr>
            <p:cNvPr id="13009" name="Google Shape;13009;p67"/>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7"/>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7"/>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2" name="Google Shape;13012;p67"/>
          <p:cNvGrpSpPr/>
          <p:nvPr/>
        </p:nvGrpSpPr>
        <p:grpSpPr>
          <a:xfrm>
            <a:off x="2213507" y="2984331"/>
            <a:ext cx="422596" cy="310382"/>
            <a:chOff x="2278533" y="2937377"/>
            <a:chExt cx="346788" cy="254704"/>
          </a:xfrm>
        </p:grpSpPr>
        <p:sp>
          <p:nvSpPr>
            <p:cNvPr id="13013" name="Google Shape;13013;p67"/>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7"/>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5" name="Google Shape;13015;p67"/>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6" name="Google Shape;13016;p67"/>
          <p:cNvGrpSpPr/>
          <p:nvPr/>
        </p:nvGrpSpPr>
        <p:grpSpPr>
          <a:xfrm>
            <a:off x="1811527" y="2967710"/>
            <a:ext cx="286152" cy="346438"/>
            <a:chOff x="1836637" y="2891510"/>
            <a:chExt cx="286152" cy="346438"/>
          </a:xfrm>
        </p:grpSpPr>
        <p:sp>
          <p:nvSpPr>
            <p:cNvPr id="13017" name="Google Shape;13017;p67"/>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7"/>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7"/>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67"/>
          <p:cNvGrpSpPr/>
          <p:nvPr/>
        </p:nvGrpSpPr>
        <p:grpSpPr>
          <a:xfrm>
            <a:off x="5560751" y="2982129"/>
            <a:ext cx="379764" cy="337684"/>
            <a:chOff x="5585861" y="2905929"/>
            <a:chExt cx="379764" cy="337684"/>
          </a:xfrm>
        </p:grpSpPr>
        <p:sp>
          <p:nvSpPr>
            <p:cNvPr id="13021" name="Google Shape;13021;p67"/>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7"/>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7"/>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7"/>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67"/>
          <p:cNvGrpSpPr/>
          <p:nvPr/>
        </p:nvGrpSpPr>
        <p:grpSpPr>
          <a:xfrm>
            <a:off x="1302566" y="2986680"/>
            <a:ext cx="347934" cy="310024"/>
            <a:chOff x="1327676" y="2910480"/>
            <a:chExt cx="347934" cy="310024"/>
          </a:xfrm>
        </p:grpSpPr>
        <p:sp>
          <p:nvSpPr>
            <p:cNvPr id="13026" name="Google Shape;13026;p67"/>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7"/>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7"/>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7"/>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7"/>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31" name="Google Shape;13031;p67"/>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2" name="Google Shape;13032;p67"/>
          <p:cNvGrpSpPr/>
          <p:nvPr/>
        </p:nvGrpSpPr>
        <p:grpSpPr>
          <a:xfrm>
            <a:off x="2728291" y="2945764"/>
            <a:ext cx="382828" cy="358601"/>
            <a:chOff x="2753373" y="2902523"/>
            <a:chExt cx="347552" cy="325557"/>
          </a:xfrm>
        </p:grpSpPr>
        <p:sp>
          <p:nvSpPr>
            <p:cNvPr id="13033" name="Google Shape;13033;p67"/>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7"/>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67"/>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7"/>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7"/>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7"/>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9" name="Google Shape;13039;p67"/>
          <p:cNvGrpSpPr/>
          <p:nvPr/>
        </p:nvGrpSpPr>
        <p:grpSpPr>
          <a:xfrm>
            <a:off x="823906" y="2979455"/>
            <a:ext cx="356655" cy="335425"/>
            <a:chOff x="849016" y="2903255"/>
            <a:chExt cx="356655" cy="335425"/>
          </a:xfrm>
        </p:grpSpPr>
        <p:sp>
          <p:nvSpPr>
            <p:cNvPr id="13040" name="Google Shape;13040;p67"/>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7"/>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7"/>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7"/>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7"/>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7"/>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7"/>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7"/>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7"/>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7"/>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7"/>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67"/>
          <p:cNvGrpSpPr/>
          <p:nvPr/>
        </p:nvGrpSpPr>
        <p:grpSpPr>
          <a:xfrm>
            <a:off x="4185823" y="3002977"/>
            <a:ext cx="280072" cy="275520"/>
            <a:chOff x="4210933" y="2926777"/>
            <a:chExt cx="280072" cy="275520"/>
          </a:xfrm>
        </p:grpSpPr>
        <p:sp>
          <p:nvSpPr>
            <p:cNvPr id="13052" name="Google Shape;13052;p67"/>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7"/>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7"/>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7"/>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7"/>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7"/>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7"/>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7"/>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7"/>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7"/>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7"/>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67"/>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67"/>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5" name="Google Shape;13065;p67"/>
          <p:cNvGrpSpPr/>
          <p:nvPr/>
        </p:nvGrpSpPr>
        <p:grpSpPr>
          <a:xfrm>
            <a:off x="4642106" y="2991582"/>
            <a:ext cx="320273" cy="318395"/>
            <a:chOff x="4667216" y="2915382"/>
            <a:chExt cx="320273" cy="318395"/>
          </a:xfrm>
        </p:grpSpPr>
        <p:sp>
          <p:nvSpPr>
            <p:cNvPr id="13066" name="Google Shape;13066;p67"/>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7"/>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7"/>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7"/>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0" name="Google Shape;13070;p67"/>
          <p:cNvGrpSpPr/>
          <p:nvPr/>
        </p:nvGrpSpPr>
        <p:grpSpPr>
          <a:xfrm>
            <a:off x="5145370" y="3010839"/>
            <a:ext cx="261929" cy="280550"/>
            <a:chOff x="5170480" y="2934639"/>
            <a:chExt cx="261929" cy="280550"/>
          </a:xfrm>
        </p:grpSpPr>
        <p:sp>
          <p:nvSpPr>
            <p:cNvPr id="13071" name="Google Shape;13071;p67"/>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7"/>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7"/>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67"/>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7"/>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7"/>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7"/>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8" name="Google Shape;13078;p67"/>
          <p:cNvGrpSpPr/>
          <p:nvPr/>
        </p:nvGrpSpPr>
        <p:grpSpPr>
          <a:xfrm>
            <a:off x="6044313" y="2968091"/>
            <a:ext cx="362321" cy="364231"/>
            <a:chOff x="6069423" y="2891892"/>
            <a:chExt cx="362321" cy="364231"/>
          </a:xfrm>
        </p:grpSpPr>
        <p:sp>
          <p:nvSpPr>
            <p:cNvPr id="13079" name="Google Shape;13079;p67"/>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7"/>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67"/>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67"/>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7"/>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7"/>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5" name="Google Shape;13085;p67"/>
          <p:cNvGrpSpPr/>
          <p:nvPr/>
        </p:nvGrpSpPr>
        <p:grpSpPr>
          <a:xfrm>
            <a:off x="6546845" y="2995370"/>
            <a:ext cx="308878" cy="311170"/>
            <a:chOff x="6571955" y="2919170"/>
            <a:chExt cx="308878" cy="311170"/>
          </a:xfrm>
        </p:grpSpPr>
        <p:sp>
          <p:nvSpPr>
            <p:cNvPr id="13086" name="Google Shape;13086;p67"/>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7"/>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7"/>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67"/>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67"/>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7"/>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7"/>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7"/>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7"/>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7"/>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6" name="Google Shape;13096;p67"/>
          <p:cNvGrpSpPr/>
          <p:nvPr/>
        </p:nvGrpSpPr>
        <p:grpSpPr>
          <a:xfrm>
            <a:off x="7474944" y="3010935"/>
            <a:ext cx="350576" cy="280454"/>
            <a:chOff x="7500054" y="2934735"/>
            <a:chExt cx="350576" cy="280454"/>
          </a:xfrm>
        </p:grpSpPr>
        <p:sp>
          <p:nvSpPr>
            <p:cNvPr id="13097" name="Google Shape;13097;p67"/>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7"/>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7"/>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67"/>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7"/>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7"/>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7"/>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7"/>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5" name="Google Shape;13105;p67"/>
          <p:cNvGrpSpPr/>
          <p:nvPr/>
        </p:nvGrpSpPr>
        <p:grpSpPr>
          <a:xfrm>
            <a:off x="6987570" y="2950862"/>
            <a:ext cx="332012" cy="355454"/>
            <a:chOff x="7055134" y="2919170"/>
            <a:chExt cx="290321" cy="310820"/>
          </a:xfrm>
        </p:grpSpPr>
        <p:sp>
          <p:nvSpPr>
            <p:cNvPr id="13106" name="Google Shape;13106;p67"/>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7"/>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7"/>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7"/>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67"/>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7"/>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7"/>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7"/>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7"/>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7"/>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7"/>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7"/>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7"/>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7"/>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67"/>
          <p:cNvGrpSpPr/>
          <p:nvPr/>
        </p:nvGrpSpPr>
        <p:grpSpPr>
          <a:xfrm>
            <a:off x="7960033" y="2976813"/>
            <a:ext cx="330109" cy="347552"/>
            <a:chOff x="7985143" y="2900613"/>
            <a:chExt cx="330109" cy="347552"/>
          </a:xfrm>
        </p:grpSpPr>
        <p:sp>
          <p:nvSpPr>
            <p:cNvPr id="13121" name="Google Shape;13121;p67"/>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7"/>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7"/>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7"/>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7"/>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7"/>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7"/>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7"/>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9" name="Google Shape;13129;p67"/>
          <p:cNvGrpSpPr/>
          <p:nvPr/>
        </p:nvGrpSpPr>
        <p:grpSpPr>
          <a:xfrm>
            <a:off x="7965731" y="2511426"/>
            <a:ext cx="354363" cy="353631"/>
            <a:chOff x="7990840" y="2435226"/>
            <a:chExt cx="354363" cy="353631"/>
          </a:xfrm>
        </p:grpSpPr>
        <p:sp>
          <p:nvSpPr>
            <p:cNvPr id="13130" name="Google Shape;13130;p67"/>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7"/>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7"/>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3" name="Google Shape;13133;p67"/>
          <p:cNvGrpSpPr/>
          <p:nvPr/>
        </p:nvGrpSpPr>
        <p:grpSpPr>
          <a:xfrm>
            <a:off x="1792207" y="2556530"/>
            <a:ext cx="350958" cy="263043"/>
            <a:chOff x="1817317" y="2480330"/>
            <a:chExt cx="350958" cy="263043"/>
          </a:xfrm>
        </p:grpSpPr>
        <p:sp>
          <p:nvSpPr>
            <p:cNvPr id="13134" name="Google Shape;13134;p67"/>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7"/>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7"/>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7"/>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7"/>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9" name="Google Shape;13139;p67"/>
          <p:cNvGrpSpPr/>
          <p:nvPr/>
        </p:nvGrpSpPr>
        <p:grpSpPr>
          <a:xfrm>
            <a:off x="1316617" y="2559549"/>
            <a:ext cx="419913" cy="308109"/>
            <a:chOff x="1341727" y="2483349"/>
            <a:chExt cx="419913" cy="308109"/>
          </a:xfrm>
        </p:grpSpPr>
        <p:sp>
          <p:nvSpPr>
            <p:cNvPr id="13140" name="Google Shape;13140;p67"/>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7"/>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7"/>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3" name="Google Shape;13143;p67"/>
          <p:cNvGrpSpPr/>
          <p:nvPr/>
        </p:nvGrpSpPr>
        <p:grpSpPr>
          <a:xfrm>
            <a:off x="829222" y="2523936"/>
            <a:ext cx="376358" cy="330109"/>
            <a:chOff x="854332" y="2447736"/>
            <a:chExt cx="376358" cy="330109"/>
          </a:xfrm>
        </p:grpSpPr>
        <p:sp>
          <p:nvSpPr>
            <p:cNvPr id="13144" name="Google Shape;13144;p67"/>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7"/>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7"/>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7"/>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7"/>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67"/>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67"/>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7"/>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67"/>
          <p:cNvGrpSpPr/>
          <p:nvPr/>
        </p:nvGrpSpPr>
        <p:grpSpPr>
          <a:xfrm>
            <a:off x="4181653" y="2527151"/>
            <a:ext cx="322151" cy="322374"/>
            <a:chOff x="4206763" y="2450951"/>
            <a:chExt cx="322151" cy="322374"/>
          </a:xfrm>
        </p:grpSpPr>
        <p:sp>
          <p:nvSpPr>
            <p:cNvPr id="13153" name="Google Shape;13153;p67"/>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7"/>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5" name="Google Shape;13155;p67"/>
          <p:cNvGrpSpPr/>
          <p:nvPr/>
        </p:nvGrpSpPr>
        <p:grpSpPr>
          <a:xfrm>
            <a:off x="7491236" y="2526259"/>
            <a:ext cx="327976" cy="324316"/>
            <a:chOff x="7528096" y="2450059"/>
            <a:chExt cx="327976" cy="324316"/>
          </a:xfrm>
        </p:grpSpPr>
        <p:sp>
          <p:nvSpPr>
            <p:cNvPr id="13156" name="Google Shape;13156;p67"/>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7"/>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7"/>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7"/>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67"/>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67"/>
          <p:cNvGrpSpPr/>
          <p:nvPr/>
        </p:nvGrpSpPr>
        <p:grpSpPr>
          <a:xfrm>
            <a:off x="7052019" y="2588742"/>
            <a:ext cx="282364" cy="198619"/>
            <a:chOff x="7077129" y="2512542"/>
            <a:chExt cx="282364" cy="198619"/>
          </a:xfrm>
        </p:grpSpPr>
        <p:sp>
          <p:nvSpPr>
            <p:cNvPr id="13162" name="Google Shape;13162;p67"/>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7"/>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7"/>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7"/>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7"/>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7"/>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67"/>
          <p:cNvGrpSpPr/>
          <p:nvPr/>
        </p:nvGrpSpPr>
        <p:grpSpPr>
          <a:xfrm>
            <a:off x="3700351" y="2520912"/>
            <a:ext cx="334279" cy="334661"/>
            <a:chOff x="3725461" y="2444712"/>
            <a:chExt cx="334279" cy="334661"/>
          </a:xfrm>
        </p:grpSpPr>
        <p:sp>
          <p:nvSpPr>
            <p:cNvPr id="13169" name="Google Shape;13169;p67"/>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7"/>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67"/>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67"/>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7"/>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7"/>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7"/>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67"/>
          <p:cNvGrpSpPr/>
          <p:nvPr/>
        </p:nvGrpSpPr>
        <p:grpSpPr>
          <a:xfrm>
            <a:off x="6552128" y="2533421"/>
            <a:ext cx="332019" cy="310788"/>
            <a:chOff x="6577238" y="2457221"/>
            <a:chExt cx="332019" cy="310788"/>
          </a:xfrm>
        </p:grpSpPr>
        <p:sp>
          <p:nvSpPr>
            <p:cNvPr id="13177" name="Google Shape;13177;p67"/>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7"/>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7"/>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7"/>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7"/>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7"/>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67"/>
          <p:cNvGrpSpPr/>
          <p:nvPr/>
        </p:nvGrpSpPr>
        <p:grpSpPr>
          <a:xfrm>
            <a:off x="2793451" y="2515978"/>
            <a:ext cx="247892" cy="346024"/>
            <a:chOff x="2818561" y="2439778"/>
            <a:chExt cx="247892" cy="346024"/>
          </a:xfrm>
        </p:grpSpPr>
        <p:sp>
          <p:nvSpPr>
            <p:cNvPr id="13184" name="Google Shape;13184;p67"/>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7"/>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7"/>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7"/>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7"/>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7"/>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67"/>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67"/>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7"/>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7"/>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7"/>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7"/>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6" name="Google Shape;13196;p67"/>
          <p:cNvGrpSpPr/>
          <p:nvPr/>
        </p:nvGrpSpPr>
        <p:grpSpPr>
          <a:xfrm>
            <a:off x="3182668" y="2550832"/>
            <a:ext cx="419933" cy="275170"/>
            <a:chOff x="3207778" y="2474632"/>
            <a:chExt cx="419933" cy="275170"/>
          </a:xfrm>
        </p:grpSpPr>
        <p:sp>
          <p:nvSpPr>
            <p:cNvPr id="13197" name="Google Shape;13197;p67"/>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7"/>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7"/>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7"/>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7"/>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7"/>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7"/>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7"/>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7"/>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7"/>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7"/>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67"/>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7"/>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7"/>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1" name="Google Shape;13211;p67"/>
          <p:cNvGrpSpPr/>
          <p:nvPr/>
        </p:nvGrpSpPr>
        <p:grpSpPr>
          <a:xfrm>
            <a:off x="6074265" y="2532275"/>
            <a:ext cx="337684" cy="314194"/>
            <a:chOff x="6099375" y="2456075"/>
            <a:chExt cx="337684" cy="314194"/>
          </a:xfrm>
        </p:grpSpPr>
        <p:sp>
          <p:nvSpPr>
            <p:cNvPr id="13212" name="Google Shape;13212;p67"/>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7"/>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4" name="Google Shape;13214;p67"/>
          <p:cNvGrpSpPr/>
          <p:nvPr/>
        </p:nvGrpSpPr>
        <p:grpSpPr>
          <a:xfrm>
            <a:off x="2287513" y="2544784"/>
            <a:ext cx="312698" cy="286534"/>
            <a:chOff x="2312623" y="2468584"/>
            <a:chExt cx="312698" cy="286534"/>
          </a:xfrm>
        </p:grpSpPr>
        <p:sp>
          <p:nvSpPr>
            <p:cNvPr id="13215" name="Google Shape;13215;p67"/>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7"/>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7"/>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8" name="Google Shape;13218;p67"/>
          <p:cNvGrpSpPr/>
          <p:nvPr/>
        </p:nvGrpSpPr>
        <p:grpSpPr>
          <a:xfrm>
            <a:off x="5593695" y="2517124"/>
            <a:ext cx="345292" cy="342618"/>
            <a:chOff x="5618805" y="2440924"/>
            <a:chExt cx="345292" cy="342618"/>
          </a:xfrm>
        </p:grpSpPr>
        <p:sp>
          <p:nvSpPr>
            <p:cNvPr id="13219" name="Google Shape;13219;p67"/>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7"/>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7"/>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7"/>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67"/>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4" name="Google Shape;13224;p67"/>
          <p:cNvGrpSpPr/>
          <p:nvPr/>
        </p:nvGrpSpPr>
        <p:grpSpPr>
          <a:xfrm>
            <a:off x="4628069" y="2522790"/>
            <a:ext cx="377886" cy="331255"/>
            <a:chOff x="4653179" y="2446590"/>
            <a:chExt cx="377886" cy="331255"/>
          </a:xfrm>
        </p:grpSpPr>
        <p:sp>
          <p:nvSpPr>
            <p:cNvPr id="13225" name="Google Shape;13225;p67"/>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7"/>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7"/>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7"/>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67"/>
          <p:cNvGrpSpPr/>
          <p:nvPr/>
        </p:nvGrpSpPr>
        <p:grpSpPr>
          <a:xfrm>
            <a:off x="5159407" y="2535681"/>
            <a:ext cx="252062" cy="305122"/>
            <a:chOff x="5184517" y="2459481"/>
            <a:chExt cx="252062" cy="305122"/>
          </a:xfrm>
        </p:grpSpPr>
        <p:sp>
          <p:nvSpPr>
            <p:cNvPr id="13230" name="Google Shape;13230;p67"/>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7"/>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7"/>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7"/>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7"/>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7"/>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36" name="Google Shape;13236;p67"/>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37" name="Google Shape;13237;p67"/>
          <p:cNvGrpSpPr/>
          <p:nvPr/>
        </p:nvGrpSpPr>
        <p:grpSpPr>
          <a:xfrm>
            <a:off x="6130349" y="2045308"/>
            <a:ext cx="249770" cy="363849"/>
            <a:chOff x="6155459" y="1969108"/>
            <a:chExt cx="249770" cy="363849"/>
          </a:xfrm>
        </p:grpSpPr>
        <p:sp>
          <p:nvSpPr>
            <p:cNvPr id="13238" name="Google Shape;13238;p67"/>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7"/>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7"/>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7"/>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7"/>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7"/>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7"/>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7"/>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7"/>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7" name="Google Shape;13247;p67"/>
          <p:cNvGrpSpPr/>
          <p:nvPr/>
        </p:nvGrpSpPr>
        <p:grpSpPr>
          <a:xfrm>
            <a:off x="2254919" y="2046804"/>
            <a:ext cx="353631" cy="354395"/>
            <a:chOff x="2280029" y="1970604"/>
            <a:chExt cx="353631" cy="354395"/>
          </a:xfrm>
        </p:grpSpPr>
        <p:sp>
          <p:nvSpPr>
            <p:cNvPr id="13248" name="Google Shape;13248;p67"/>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7"/>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7"/>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7"/>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67"/>
          <p:cNvGrpSpPr/>
          <p:nvPr/>
        </p:nvGrpSpPr>
        <p:grpSpPr>
          <a:xfrm>
            <a:off x="8039990" y="2076374"/>
            <a:ext cx="255086" cy="301685"/>
            <a:chOff x="8065100" y="2000174"/>
            <a:chExt cx="255086" cy="301685"/>
          </a:xfrm>
        </p:grpSpPr>
        <p:sp>
          <p:nvSpPr>
            <p:cNvPr id="13253" name="Google Shape;13253;p67"/>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7"/>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7"/>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7"/>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67"/>
          <p:cNvGrpSpPr/>
          <p:nvPr/>
        </p:nvGrpSpPr>
        <p:grpSpPr>
          <a:xfrm>
            <a:off x="6608595" y="2045308"/>
            <a:ext cx="249420" cy="363849"/>
            <a:chOff x="6633705" y="1969108"/>
            <a:chExt cx="249420" cy="363849"/>
          </a:xfrm>
        </p:grpSpPr>
        <p:sp>
          <p:nvSpPr>
            <p:cNvPr id="13258" name="Google Shape;13258;p67"/>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7"/>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7"/>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7"/>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7"/>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7"/>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7"/>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7"/>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6" name="Google Shape;13266;p67"/>
          <p:cNvGrpSpPr/>
          <p:nvPr/>
        </p:nvGrpSpPr>
        <p:grpSpPr>
          <a:xfrm>
            <a:off x="5185921" y="2045308"/>
            <a:ext cx="226661" cy="363467"/>
            <a:chOff x="5211031" y="1969108"/>
            <a:chExt cx="226661" cy="363467"/>
          </a:xfrm>
        </p:grpSpPr>
        <p:sp>
          <p:nvSpPr>
            <p:cNvPr id="13267" name="Google Shape;13267;p67"/>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7"/>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67"/>
          <p:cNvGrpSpPr/>
          <p:nvPr/>
        </p:nvGrpSpPr>
        <p:grpSpPr>
          <a:xfrm>
            <a:off x="3687842" y="2046804"/>
            <a:ext cx="354363" cy="354395"/>
            <a:chOff x="3712952" y="1970604"/>
            <a:chExt cx="354363" cy="354395"/>
          </a:xfrm>
        </p:grpSpPr>
        <p:sp>
          <p:nvSpPr>
            <p:cNvPr id="13270" name="Google Shape;13270;p67"/>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7"/>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67"/>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67"/>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7"/>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7"/>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7"/>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7"/>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7"/>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9" name="Google Shape;13279;p67"/>
          <p:cNvGrpSpPr/>
          <p:nvPr/>
        </p:nvGrpSpPr>
        <p:grpSpPr>
          <a:xfrm>
            <a:off x="3210329" y="2046804"/>
            <a:ext cx="354363" cy="354745"/>
            <a:chOff x="3235438" y="1970604"/>
            <a:chExt cx="354363" cy="354745"/>
          </a:xfrm>
        </p:grpSpPr>
        <p:sp>
          <p:nvSpPr>
            <p:cNvPr id="13280" name="Google Shape;13280;p67"/>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7"/>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7"/>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7"/>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7"/>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7"/>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7"/>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7"/>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7"/>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7"/>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7"/>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7"/>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7"/>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67"/>
          <p:cNvGrpSpPr/>
          <p:nvPr/>
        </p:nvGrpSpPr>
        <p:grpSpPr>
          <a:xfrm>
            <a:off x="1304475" y="2066125"/>
            <a:ext cx="341472" cy="335074"/>
            <a:chOff x="1329585" y="1989925"/>
            <a:chExt cx="341472" cy="335074"/>
          </a:xfrm>
        </p:grpSpPr>
        <p:sp>
          <p:nvSpPr>
            <p:cNvPr id="13294" name="Google Shape;13294;p67"/>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7"/>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7"/>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7" name="Google Shape;13297;p67"/>
          <p:cNvGrpSpPr/>
          <p:nvPr/>
        </p:nvGrpSpPr>
        <p:grpSpPr>
          <a:xfrm>
            <a:off x="5566761" y="2066106"/>
            <a:ext cx="416649" cy="325597"/>
            <a:chOff x="5626763" y="2013829"/>
            <a:chExt cx="351722" cy="274788"/>
          </a:xfrm>
        </p:grpSpPr>
        <p:sp>
          <p:nvSpPr>
            <p:cNvPr id="13298" name="Google Shape;13298;p67"/>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7"/>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7"/>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7"/>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7"/>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7"/>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7"/>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7"/>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7"/>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7"/>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67"/>
          <p:cNvGrpSpPr/>
          <p:nvPr/>
        </p:nvGrpSpPr>
        <p:grpSpPr>
          <a:xfrm>
            <a:off x="7551495" y="2060077"/>
            <a:ext cx="276698" cy="333133"/>
            <a:chOff x="7576605" y="1983877"/>
            <a:chExt cx="276698" cy="333133"/>
          </a:xfrm>
        </p:grpSpPr>
        <p:sp>
          <p:nvSpPr>
            <p:cNvPr id="13309" name="Google Shape;13309;p67"/>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7"/>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1" name="Google Shape;13311;p67"/>
          <p:cNvGrpSpPr/>
          <p:nvPr/>
        </p:nvGrpSpPr>
        <p:grpSpPr>
          <a:xfrm>
            <a:off x="828458" y="2051738"/>
            <a:ext cx="337334" cy="353599"/>
            <a:chOff x="853568" y="1975538"/>
            <a:chExt cx="337334" cy="353599"/>
          </a:xfrm>
        </p:grpSpPr>
        <p:sp>
          <p:nvSpPr>
            <p:cNvPr id="13312" name="Google Shape;13312;p67"/>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7"/>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7"/>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67"/>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67"/>
          <p:cNvGrpSpPr/>
          <p:nvPr/>
        </p:nvGrpSpPr>
        <p:grpSpPr>
          <a:xfrm>
            <a:off x="2733192" y="2085828"/>
            <a:ext cx="327085" cy="277080"/>
            <a:chOff x="2770052" y="2009628"/>
            <a:chExt cx="327085" cy="277080"/>
          </a:xfrm>
        </p:grpSpPr>
        <p:sp>
          <p:nvSpPr>
            <p:cNvPr id="13317" name="Google Shape;13317;p67"/>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7"/>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9" name="Google Shape;13319;p67"/>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0" name="Google Shape;13320;p67"/>
          <p:cNvGrpSpPr/>
          <p:nvPr/>
        </p:nvGrpSpPr>
        <p:grpSpPr>
          <a:xfrm>
            <a:off x="4170289" y="2046804"/>
            <a:ext cx="344878" cy="343573"/>
            <a:chOff x="4195399" y="1970604"/>
            <a:chExt cx="344878" cy="343573"/>
          </a:xfrm>
        </p:grpSpPr>
        <p:sp>
          <p:nvSpPr>
            <p:cNvPr id="13321" name="Google Shape;13321;p67"/>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7"/>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7"/>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67"/>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5" name="Google Shape;13325;p67"/>
          <p:cNvGrpSpPr/>
          <p:nvPr/>
        </p:nvGrpSpPr>
        <p:grpSpPr>
          <a:xfrm>
            <a:off x="4649681" y="2053647"/>
            <a:ext cx="344528" cy="344114"/>
            <a:chOff x="4674791" y="1977447"/>
            <a:chExt cx="344528" cy="344114"/>
          </a:xfrm>
        </p:grpSpPr>
        <p:sp>
          <p:nvSpPr>
            <p:cNvPr id="13326" name="Google Shape;13326;p67"/>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7"/>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7"/>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7"/>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7"/>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7"/>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7"/>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7"/>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7"/>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7"/>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7"/>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7"/>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7"/>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7"/>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7"/>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7"/>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7"/>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7"/>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7"/>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67"/>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7"/>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7"/>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7"/>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7"/>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7"/>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7"/>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2" name="Google Shape;13352;p67"/>
          <p:cNvGrpSpPr/>
          <p:nvPr/>
        </p:nvGrpSpPr>
        <p:grpSpPr>
          <a:xfrm>
            <a:off x="6058700" y="1623497"/>
            <a:ext cx="382819" cy="310788"/>
            <a:chOff x="6083810" y="1547297"/>
            <a:chExt cx="382819" cy="310788"/>
          </a:xfrm>
        </p:grpSpPr>
        <p:sp>
          <p:nvSpPr>
            <p:cNvPr id="13353" name="Google Shape;13353;p67"/>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7"/>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7"/>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7"/>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7"/>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7"/>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7"/>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7"/>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7"/>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7"/>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7"/>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67"/>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7"/>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7"/>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7"/>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7"/>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7"/>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7"/>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67"/>
          <p:cNvGrpSpPr/>
          <p:nvPr/>
        </p:nvGrpSpPr>
        <p:grpSpPr>
          <a:xfrm>
            <a:off x="6533190" y="1614393"/>
            <a:ext cx="382788" cy="328613"/>
            <a:chOff x="6558300" y="1538193"/>
            <a:chExt cx="382788" cy="328613"/>
          </a:xfrm>
        </p:grpSpPr>
        <p:sp>
          <p:nvSpPr>
            <p:cNvPr id="13372" name="Google Shape;13372;p67"/>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7"/>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67"/>
          <p:cNvGrpSpPr/>
          <p:nvPr/>
        </p:nvGrpSpPr>
        <p:grpSpPr>
          <a:xfrm>
            <a:off x="5168892" y="1587497"/>
            <a:ext cx="259605" cy="346024"/>
            <a:chOff x="5194002" y="1511297"/>
            <a:chExt cx="259605" cy="346024"/>
          </a:xfrm>
        </p:grpSpPr>
        <p:sp>
          <p:nvSpPr>
            <p:cNvPr id="13375" name="Google Shape;13375;p67"/>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7"/>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7"/>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7"/>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9" name="Google Shape;13379;p67"/>
          <p:cNvGrpSpPr/>
          <p:nvPr/>
        </p:nvGrpSpPr>
        <p:grpSpPr>
          <a:xfrm>
            <a:off x="1369631" y="1588261"/>
            <a:ext cx="252444" cy="351722"/>
            <a:chOff x="1394741" y="1512061"/>
            <a:chExt cx="252444" cy="351722"/>
          </a:xfrm>
        </p:grpSpPr>
        <p:sp>
          <p:nvSpPr>
            <p:cNvPr id="13380" name="Google Shape;13380;p67"/>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7"/>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67"/>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67"/>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7"/>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7"/>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7"/>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7"/>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67"/>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7"/>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7"/>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7"/>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7"/>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7"/>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7"/>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7"/>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7"/>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7" name="Google Shape;13397;p67"/>
          <p:cNvGrpSpPr/>
          <p:nvPr/>
        </p:nvGrpSpPr>
        <p:grpSpPr>
          <a:xfrm>
            <a:off x="829986" y="1580685"/>
            <a:ext cx="380910" cy="339594"/>
            <a:chOff x="855096" y="1504485"/>
            <a:chExt cx="380910" cy="339594"/>
          </a:xfrm>
        </p:grpSpPr>
        <p:sp>
          <p:nvSpPr>
            <p:cNvPr id="13398" name="Google Shape;13398;p67"/>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7"/>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67"/>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7"/>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7"/>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3" name="Google Shape;13403;p67"/>
          <p:cNvGrpSpPr/>
          <p:nvPr/>
        </p:nvGrpSpPr>
        <p:grpSpPr>
          <a:xfrm>
            <a:off x="1794466" y="1587879"/>
            <a:ext cx="352103" cy="352103"/>
            <a:chOff x="1819576" y="1511679"/>
            <a:chExt cx="352103" cy="352103"/>
          </a:xfrm>
        </p:grpSpPr>
        <p:sp>
          <p:nvSpPr>
            <p:cNvPr id="13404" name="Google Shape;13404;p67"/>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7"/>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7"/>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7"/>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8" name="Google Shape;13408;p67"/>
          <p:cNvGrpSpPr/>
          <p:nvPr/>
        </p:nvGrpSpPr>
        <p:grpSpPr>
          <a:xfrm>
            <a:off x="5595987" y="1576961"/>
            <a:ext cx="371424" cy="355446"/>
            <a:chOff x="5621097" y="1500761"/>
            <a:chExt cx="371424" cy="355446"/>
          </a:xfrm>
        </p:grpSpPr>
        <p:sp>
          <p:nvSpPr>
            <p:cNvPr id="13409" name="Google Shape;13409;p67"/>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7"/>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1" name="Google Shape;13411;p67"/>
          <p:cNvGrpSpPr/>
          <p:nvPr/>
        </p:nvGrpSpPr>
        <p:grpSpPr>
          <a:xfrm>
            <a:off x="4645129" y="1617799"/>
            <a:ext cx="359679" cy="321833"/>
            <a:chOff x="4670239" y="1541599"/>
            <a:chExt cx="359679" cy="321833"/>
          </a:xfrm>
        </p:grpSpPr>
        <p:sp>
          <p:nvSpPr>
            <p:cNvPr id="13412" name="Google Shape;13412;p67"/>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7"/>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7"/>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7"/>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7"/>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7" name="Google Shape;13417;p67"/>
          <p:cNvGrpSpPr/>
          <p:nvPr/>
        </p:nvGrpSpPr>
        <p:grpSpPr>
          <a:xfrm>
            <a:off x="4187319" y="1578585"/>
            <a:ext cx="321037" cy="353822"/>
            <a:chOff x="4212429" y="1502385"/>
            <a:chExt cx="321037" cy="353822"/>
          </a:xfrm>
        </p:grpSpPr>
        <p:sp>
          <p:nvSpPr>
            <p:cNvPr id="13418" name="Google Shape;13418;p67"/>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67"/>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67"/>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67"/>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2" name="Google Shape;13422;p67"/>
          <p:cNvGrpSpPr/>
          <p:nvPr/>
        </p:nvGrpSpPr>
        <p:grpSpPr>
          <a:xfrm>
            <a:off x="2277678" y="1582181"/>
            <a:ext cx="336188" cy="335425"/>
            <a:chOff x="2302788" y="1505981"/>
            <a:chExt cx="336188" cy="335425"/>
          </a:xfrm>
        </p:grpSpPr>
        <p:sp>
          <p:nvSpPr>
            <p:cNvPr id="13423" name="Google Shape;13423;p67"/>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7"/>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67"/>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67"/>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7"/>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7"/>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7"/>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7"/>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7"/>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7"/>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7"/>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7"/>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67"/>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67"/>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7"/>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7"/>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7"/>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0" name="Google Shape;13440;p67"/>
          <p:cNvGrpSpPr/>
          <p:nvPr/>
        </p:nvGrpSpPr>
        <p:grpSpPr>
          <a:xfrm>
            <a:off x="2755191" y="1598096"/>
            <a:ext cx="333133" cy="321037"/>
            <a:chOff x="2780301" y="1521896"/>
            <a:chExt cx="333133" cy="321037"/>
          </a:xfrm>
        </p:grpSpPr>
        <p:sp>
          <p:nvSpPr>
            <p:cNvPr id="13441" name="Google Shape;13441;p67"/>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67"/>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7"/>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7"/>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7"/>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7"/>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7"/>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67"/>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67"/>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7"/>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7"/>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7"/>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7"/>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7"/>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7"/>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7"/>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7"/>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7"/>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7"/>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67"/>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67"/>
          <p:cNvGrpSpPr/>
          <p:nvPr/>
        </p:nvGrpSpPr>
        <p:grpSpPr>
          <a:xfrm>
            <a:off x="3291049" y="1591285"/>
            <a:ext cx="211892" cy="339594"/>
            <a:chOff x="3316159" y="1515085"/>
            <a:chExt cx="211892" cy="339594"/>
          </a:xfrm>
        </p:grpSpPr>
        <p:sp>
          <p:nvSpPr>
            <p:cNvPr id="13462" name="Google Shape;13462;p67"/>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7"/>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7"/>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5" name="Google Shape;13465;p67"/>
            <p:cNvGrpSpPr/>
            <p:nvPr/>
          </p:nvGrpSpPr>
          <p:grpSpPr>
            <a:xfrm>
              <a:off x="3316159" y="1515085"/>
              <a:ext cx="211892" cy="339594"/>
              <a:chOff x="3316159" y="1515085"/>
              <a:chExt cx="211892" cy="339594"/>
            </a:xfrm>
          </p:grpSpPr>
          <p:sp>
            <p:nvSpPr>
              <p:cNvPr id="13466" name="Google Shape;13466;p67"/>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67"/>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7"/>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7"/>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7"/>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7"/>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72" name="Google Shape;13472;p67"/>
          <p:cNvGrpSpPr/>
          <p:nvPr/>
        </p:nvGrpSpPr>
        <p:grpSpPr>
          <a:xfrm>
            <a:off x="3691248" y="1620855"/>
            <a:ext cx="361971" cy="314958"/>
            <a:chOff x="3716358" y="1544655"/>
            <a:chExt cx="361971" cy="314958"/>
          </a:xfrm>
        </p:grpSpPr>
        <p:sp>
          <p:nvSpPr>
            <p:cNvPr id="13473" name="Google Shape;13473;p67"/>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7"/>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7"/>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7"/>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7"/>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8" name="Google Shape;13478;p67"/>
            <p:cNvGrpSpPr/>
            <p:nvPr/>
          </p:nvGrpSpPr>
          <p:grpSpPr>
            <a:xfrm>
              <a:off x="3716358" y="1544655"/>
              <a:ext cx="361971" cy="314958"/>
              <a:chOff x="3716358" y="1544655"/>
              <a:chExt cx="361971" cy="314958"/>
            </a:xfrm>
          </p:grpSpPr>
          <p:sp>
            <p:nvSpPr>
              <p:cNvPr id="13479" name="Google Shape;13479;p67"/>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7"/>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7"/>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7"/>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7"/>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84" name="Google Shape;13484;p67"/>
          <p:cNvGrpSpPr/>
          <p:nvPr/>
        </p:nvGrpSpPr>
        <p:grpSpPr>
          <a:xfrm>
            <a:off x="6986814" y="1633752"/>
            <a:ext cx="499533" cy="305136"/>
            <a:chOff x="7009649" y="1541981"/>
            <a:chExt cx="524940" cy="320655"/>
          </a:xfrm>
        </p:grpSpPr>
        <p:sp>
          <p:nvSpPr>
            <p:cNvPr id="13485" name="Google Shape;13485;p67"/>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7"/>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7"/>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7"/>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7"/>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7"/>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7"/>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7"/>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67"/>
          <p:cNvGrpSpPr/>
          <p:nvPr/>
        </p:nvGrpSpPr>
        <p:grpSpPr>
          <a:xfrm>
            <a:off x="8008924" y="1594309"/>
            <a:ext cx="282746" cy="340358"/>
            <a:chOff x="8034034" y="1518109"/>
            <a:chExt cx="282746" cy="340358"/>
          </a:xfrm>
        </p:grpSpPr>
        <p:sp>
          <p:nvSpPr>
            <p:cNvPr id="13494" name="Google Shape;13494;p67"/>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7"/>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7"/>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67"/>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67"/>
          <p:cNvGrpSpPr/>
          <p:nvPr/>
        </p:nvGrpSpPr>
        <p:grpSpPr>
          <a:xfrm>
            <a:off x="7557192" y="1576134"/>
            <a:ext cx="369133" cy="360411"/>
            <a:chOff x="7582302" y="1499934"/>
            <a:chExt cx="369133" cy="360411"/>
          </a:xfrm>
        </p:grpSpPr>
        <p:sp>
          <p:nvSpPr>
            <p:cNvPr id="13499" name="Google Shape;13499;p67"/>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7"/>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7"/>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7"/>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67"/>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67"/>
          <p:cNvGrpSpPr/>
          <p:nvPr/>
        </p:nvGrpSpPr>
        <p:grpSpPr>
          <a:xfrm>
            <a:off x="6170979" y="3893352"/>
            <a:ext cx="346056" cy="345674"/>
            <a:chOff x="2238181" y="4120624"/>
            <a:chExt cx="346056" cy="345674"/>
          </a:xfrm>
        </p:grpSpPr>
        <p:grpSp>
          <p:nvGrpSpPr>
            <p:cNvPr id="13505" name="Google Shape;13505;p67"/>
            <p:cNvGrpSpPr/>
            <p:nvPr/>
          </p:nvGrpSpPr>
          <p:grpSpPr>
            <a:xfrm>
              <a:off x="2309155" y="4177413"/>
              <a:ext cx="203862" cy="231903"/>
              <a:chOff x="1512725" y="258500"/>
              <a:chExt cx="4570900" cy="5199625"/>
            </a:xfrm>
          </p:grpSpPr>
          <p:sp>
            <p:nvSpPr>
              <p:cNvPr id="13506" name="Google Shape;13506;p67"/>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7"/>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8" name="Google Shape;13508;p67"/>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9" name="Google Shape;13509;p6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513"/>
        <p:cNvGrpSpPr/>
        <p:nvPr/>
      </p:nvGrpSpPr>
      <p:grpSpPr>
        <a:xfrm>
          <a:off x="0" y="0"/>
          <a:ext cx="0" cy="0"/>
          <a:chOff x="0" y="0"/>
          <a:chExt cx="0" cy="0"/>
        </a:xfrm>
      </p:grpSpPr>
      <p:pic>
        <p:nvPicPr>
          <p:cNvPr id="13514" name="Google Shape;13514;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Information Technology Project Proposal by Slidesgo">
  <a:themeElements>
    <a:clrScheme name="Simple Light">
      <a:dk1>
        <a:srgbClr val="FFFFFF"/>
      </a:dk1>
      <a:lt1>
        <a:srgbClr val="000000"/>
      </a:lt1>
      <a:dk2>
        <a:srgbClr val="B7B7B7"/>
      </a:dk2>
      <a:lt2>
        <a:srgbClr val="EFEFEF"/>
      </a:lt2>
      <a:accent1>
        <a:srgbClr val="CCCCCC"/>
      </a:accent1>
      <a:accent2>
        <a:srgbClr val="66666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1380</Words>
  <Application>Microsoft Office PowerPoint</Application>
  <PresentationFormat>On-screen Show (16:9)</PresentationFormat>
  <Paragraphs>254</Paragraphs>
  <Slides>40</Slides>
  <Notes>40</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40</vt:i4>
      </vt:variant>
    </vt:vector>
  </HeadingPairs>
  <TitlesOfParts>
    <vt:vector size="51" baseType="lpstr">
      <vt:lpstr>Amatic SC</vt:lpstr>
      <vt:lpstr>Nunito Light</vt:lpstr>
      <vt:lpstr>Roboto Medium</vt:lpstr>
      <vt:lpstr>Calibri</vt:lpstr>
      <vt:lpstr>Open Sans</vt:lpstr>
      <vt:lpstr>Saira</vt:lpstr>
      <vt:lpstr>Arial</vt:lpstr>
      <vt:lpstr>Proxima Nova</vt:lpstr>
      <vt:lpstr>Aldrich</vt:lpstr>
      <vt:lpstr>Information Technology Project Proposal by Slidesgo</vt:lpstr>
      <vt:lpstr>Slidesgo Final Pages</vt:lpstr>
      <vt:lpstr>Information Technology Project Proposal</vt:lpstr>
      <vt:lpstr>Problem Statement</vt:lpstr>
      <vt:lpstr>Our Solution</vt:lpstr>
      <vt:lpstr>PowerPoint Presentation</vt:lpstr>
      <vt:lpstr>PowerPoint Presentation</vt:lpstr>
      <vt:lpstr>PowerPoint Presentation</vt:lpstr>
      <vt:lpstr>PowerPoint Presentation</vt:lpstr>
      <vt:lpstr>PowerPoint Presentation</vt:lpstr>
      <vt:lpstr>PowerPoint Presentation</vt:lpstr>
      <vt:lpstr>Thank You</vt:lpstr>
      <vt:lpstr>Thanks!</vt:lpstr>
      <vt:lpstr>$500,000</vt:lpstr>
      <vt:lpstr>Project data</vt:lpstr>
      <vt:lpstr>Project activities</vt:lpstr>
      <vt:lpstr>What to show in a mockup</vt:lpstr>
      <vt:lpstr>Project timeline</vt:lpstr>
      <vt:lpstr>Project roadmap</vt:lpstr>
      <vt:lpstr>Photo showcase</vt:lpstr>
      <vt:lpstr>Project expenses</vt:lpstr>
      <vt:lpstr>KPI dashboard</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Manikanta Sandula</dc:creator>
  <cp:lastModifiedBy>Manikanta Sandula</cp:lastModifiedBy>
  <cp:revision>1</cp:revision>
  <dcterms:modified xsi:type="dcterms:W3CDTF">2026-05-21T17:54:30Z</dcterms:modified>
</cp:coreProperties>
</file>